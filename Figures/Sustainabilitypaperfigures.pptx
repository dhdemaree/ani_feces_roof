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70" r:id="rId4"/>
    <p:sldId id="272" r:id="rId5"/>
    <p:sldId id="257" r:id="rId6"/>
    <p:sldId id="271" r:id="rId7"/>
    <p:sldId id="264" r:id="rId8"/>
    <p:sldId id="258" r:id="rId9"/>
    <p:sldId id="260" r:id="rId10"/>
    <p:sldId id="261" r:id="rId11"/>
    <p:sldId id="262" r:id="rId12"/>
    <p:sldId id="263" r:id="rId13"/>
    <p:sldId id="265" r:id="rId14"/>
    <p:sldId id="267" r:id="rId15"/>
    <p:sldId id="268" r:id="rId16"/>
    <p:sldId id="269" r:id="rId17"/>
    <p:sldId id="266" r:id="rId18"/>
  </p:sldIdLst>
  <p:sldSz cx="12192000" cy="9144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7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maree, David" userId="19462e69-2e4d-4062-8b49-58d23c89592b" providerId="ADAL" clId="{0FE66CF8-880A-48FA-AF82-0729498C4E9F}"/>
    <pc:docChg chg="undo custSel addSld modSld">
      <pc:chgData name="Demaree, David" userId="19462e69-2e4d-4062-8b49-58d23c89592b" providerId="ADAL" clId="{0FE66CF8-880A-48FA-AF82-0729498C4E9F}" dt="2026-02-20T18:36:46.815" v="70" actId="1076"/>
      <pc:docMkLst>
        <pc:docMk/>
      </pc:docMkLst>
      <pc:sldChg chg="modSp mod">
        <pc:chgData name="Demaree, David" userId="19462e69-2e4d-4062-8b49-58d23c89592b" providerId="ADAL" clId="{0FE66CF8-880A-48FA-AF82-0729498C4E9F}" dt="2026-01-22T14:57:37.068" v="40" actId="14100"/>
        <pc:sldMkLst>
          <pc:docMk/>
          <pc:sldMk cId="2718284530" sldId="257"/>
        </pc:sldMkLst>
        <pc:spChg chg="mod">
          <ac:chgData name="Demaree, David" userId="19462e69-2e4d-4062-8b49-58d23c89592b" providerId="ADAL" clId="{0FE66CF8-880A-48FA-AF82-0729498C4E9F}" dt="2026-01-22T14:51:08.509" v="24" actId="552"/>
          <ac:spMkLst>
            <pc:docMk/>
            <pc:sldMk cId="2718284530" sldId="257"/>
            <ac:spMk id="4" creationId="{87FFE959-C252-C404-D417-39C409EBD761}"/>
          </ac:spMkLst>
        </pc:spChg>
        <pc:spChg chg="mod">
          <ac:chgData name="Demaree, David" userId="19462e69-2e4d-4062-8b49-58d23c89592b" providerId="ADAL" clId="{0FE66CF8-880A-48FA-AF82-0729498C4E9F}" dt="2026-01-22T14:56:54.980" v="37" actId="553"/>
          <ac:spMkLst>
            <pc:docMk/>
            <pc:sldMk cId="2718284530" sldId="257"/>
            <ac:spMk id="6" creationId="{9BDF1328-EB10-B6BD-E788-7814C892EEA0}"/>
          </ac:spMkLst>
        </pc:spChg>
        <pc:spChg chg="mod">
          <ac:chgData name="Demaree, David" userId="19462e69-2e4d-4062-8b49-58d23c89592b" providerId="ADAL" clId="{0FE66CF8-880A-48FA-AF82-0729498C4E9F}" dt="2026-01-22T14:55:48.406" v="36" actId="12788"/>
          <ac:spMkLst>
            <pc:docMk/>
            <pc:sldMk cId="2718284530" sldId="257"/>
            <ac:spMk id="8" creationId="{792C8C5E-18CD-2D2D-4266-8D8283757EE8}"/>
          </ac:spMkLst>
        </pc:spChg>
        <pc:spChg chg="mod">
          <ac:chgData name="Demaree, David" userId="19462e69-2e4d-4062-8b49-58d23c89592b" providerId="ADAL" clId="{0FE66CF8-880A-48FA-AF82-0729498C4E9F}" dt="2026-01-22T14:56:54.980" v="37" actId="553"/>
          <ac:spMkLst>
            <pc:docMk/>
            <pc:sldMk cId="2718284530" sldId="257"/>
            <ac:spMk id="10" creationId="{23765C2D-DF00-71F4-0916-2A01758D2116}"/>
          </ac:spMkLst>
        </pc:spChg>
        <pc:spChg chg="mod">
          <ac:chgData name="Demaree, David" userId="19462e69-2e4d-4062-8b49-58d23c89592b" providerId="ADAL" clId="{0FE66CF8-880A-48FA-AF82-0729498C4E9F}" dt="2026-01-22T14:51:08.509" v="24" actId="552"/>
          <ac:spMkLst>
            <pc:docMk/>
            <pc:sldMk cId="2718284530" sldId="257"/>
            <ac:spMk id="11" creationId="{D4CCF231-0343-3233-09C0-45D94D8E4328}"/>
          </ac:spMkLst>
        </pc:spChg>
        <pc:spChg chg="mod">
          <ac:chgData name="Demaree, David" userId="19462e69-2e4d-4062-8b49-58d23c89592b" providerId="ADAL" clId="{0FE66CF8-880A-48FA-AF82-0729498C4E9F}" dt="2026-01-22T14:51:08.509" v="24" actId="552"/>
          <ac:spMkLst>
            <pc:docMk/>
            <pc:sldMk cId="2718284530" sldId="257"/>
            <ac:spMk id="14" creationId="{392674BA-EC32-DDAB-A771-DD03E0C5DE78}"/>
          </ac:spMkLst>
        </pc:spChg>
        <pc:spChg chg="mod">
          <ac:chgData name="Demaree, David" userId="19462e69-2e4d-4062-8b49-58d23c89592b" providerId="ADAL" clId="{0FE66CF8-880A-48FA-AF82-0729498C4E9F}" dt="2026-01-22T14:56:54.980" v="37" actId="553"/>
          <ac:spMkLst>
            <pc:docMk/>
            <pc:sldMk cId="2718284530" sldId="257"/>
            <ac:spMk id="16" creationId="{E42A256F-F700-D606-C907-005AE8713EAC}"/>
          </ac:spMkLst>
        </pc:spChg>
        <pc:spChg chg="mod">
          <ac:chgData name="Demaree, David" userId="19462e69-2e4d-4062-8b49-58d23c89592b" providerId="ADAL" clId="{0FE66CF8-880A-48FA-AF82-0729498C4E9F}" dt="2026-01-22T14:51:08.509" v="24" actId="552"/>
          <ac:spMkLst>
            <pc:docMk/>
            <pc:sldMk cId="2718284530" sldId="257"/>
            <ac:spMk id="49" creationId="{E929D336-1AC9-F9E5-D3F4-1627A0F8291E}"/>
          </ac:spMkLst>
        </pc:spChg>
        <pc:spChg chg="mod">
          <ac:chgData name="Demaree, David" userId="19462e69-2e4d-4062-8b49-58d23c89592b" providerId="ADAL" clId="{0FE66CF8-880A-48FA-AF82-0729498C4E9F}" dt="2026-01-22T14:54:42.632" v="32" actId="555"/>
          <ac:spMkLst>
            <pc:docMk/>
            <pc:sldMk cId="2718284530" sldId="257"/>
            <ac:spMk id="50" creationId="{5092F29C-6E09-4983-F8A7-408AA6421BA8}"/>
          </ac:spMkLst>
        </pc:spChg>
        <pc:spChg chg="mod">
          <ac:chgData name="Demaree, David" userId="19462e69-2e4d-4062-8b49-58d23c89592b" providerId="ADAL" clId="{0FE66CF8-880A-48FA-AF82-0729498C4E9F}" dt="2026-01-22T14:50:10.144" v="19" actId="552"/>
          <ac:spMkLst>
            <pc:docMk/>
            <pc:sldMk cId="2718284530" sldId="257"/>
            <ac:spMk id="51" creationId="{5D6B44D0-C864-547D-18C0-068E13C25A5A}"/>
          </ac:spMkLst>
        </pc:spChg>
        <pc:spChg chg="mod">
          <ac:chgData name="Demaree, David" userId="19462e69-2e4d-4062-8b49-58d23c89592b" providerId="ADAL" clId="{0FE66CF8-880A-48FA-AF82-0729498C4E9F}" dt="2026-01-22T14:50:10.144" v="19" actId="552"/>
          <ac:spMkLst>
            <pc:docMk/>
            <pc:sldMk cId="2718284530" sldId="257"/>
            <ac:spMk id="52" creationId="{0458DC18-96D3-2BC2-2D78-0A0F662E7422}"/>
          </ac:spMkLst>
        </pc:spChg>
        <pc:spChg chg="mod">
          <ac:chgData name="Demaree, David" userId="19462e69-2e4d-4062-8b49-58d23c89592b" providerId="ADAL" clId="{0FE66CF8-880A-48FA-AF82-0729498C4E9F}" dt="2026-01-22T14:50:10.144" v="19" actId="552"/>
          <ac:spMkLst>
            <pc:docMk/>
            <pc:sldMk cId="2718284530" sldId="257"/>
            <ac:spMk id="53" creationId="{340AB248-8E2D-3D1B-39B3-49699C27D8E8}"/>
          </ac:spMkLst>
        </pc:spChg>
        <pc:spChg chg="mod">
          <ac:chgData name="Demaree, David" userId="19462e69-2e4d-4062-8b49-58d23c89592b" providerId="ADAL" clId="{0FE66CF8-880A-48FA-AF82-0729498C4E9F}" dt="2026-01-22T14:56:54.980" v="37" actId="553"/>
          <ac:spMkLst>
            <pc:docMk/>
            <pc:sldMk cId="2718284530" sldId="257"/>
            <ac:spMk id="54" creationId="{08CEDF65-E9E1-F7F7-7666-88EB220CB573}"/>
          </ac:spMkLst>
        </pc:spChg>
        <pc:spChg chg="mod">
          <ac:chgData name="Demaree, David" userId="19462e69-2e4d-4062-8b49-58d23c89592b" providerId="ADAL" clId="{0FE66CF8-880A-48FA-AF82-0729498C4E9F}" dt="2026-01-22T14:51:08.509" v="24" actId="552"/>
          <ac:spMkLst>
            <pc:docMk/>
            <pc:sldMk cId="2718284530" sldId="257"/>
            <ac:spMk id="55" creationId="{248D56B4-F6AA-044F-FADD-AAADA3E01FAE}"/>
          </ac:spMkLst>
        </pc:spChg>
        <pc:spChg chg="mod">
          <ac:chgData name="Demaree, David" userId="19462e69-2e4d-4062-8b49-58d23c89592b" providerId="ADAL" clId="{0FE66CF8-880A-48FA-AF82-0729498C4E9F}" dt="2026-01-22T14:55:48.406" v="36" actId="12788"/>
          <ac:spMkLst>
            <pc:docMk/>
            <pc:sldMk cId="2718284530" sldId="257"/>
            <ac:spMk id="267" creationId="{598EF688-9B21-DACD-FCCA-6491549D195A}"/>
          </ac:spMkLst>
        </pc:spChg>
        <pc:cxnChg chg="mod">
          <ac:chgData name="Demaree, David" userId="19462e69-2e4d-4062-8b49-58d23c89592b" providerId="ADAL" clId="{0FE66CF8-880A-48FA-AF82-0729498C4E9F}" dt="2026-01-22T14:57:37.068" v="40" actId="14100"/>
          <ac:cxnSpMkLst>
            <pc:docMk/>
            <pc:sldMk cId="2718284530" sldId="257"/>
            <ac:cxnSpMk id="3" creationId="{513C4279-B868-4B2B-40FA-E2C754FAC7B9}"/>
          </ac:cxnSpMkLst>
        </pc:cxnChg>
        <pc:cxnChg chg="mod">
          <ac:chgData name="Demaree, David" userId="19462e69-2e4d-4062-8b49-58d23c89592b" providerId="ADAL" clId="{0FE66CF8-880A-48FA-AF82-0729498C4E9F}" dt="2026-01-22T14:56:54.980" v="37" actId="553"/>
          <ac:cxnSpMkLst>
            <pc:docMk/>
            <pc:sldMk cId="2718284530" sldId="257"/>
            <ac:cxnSpMk id="20" creationId="{39956445-F632-E3DF-3C3B-439174F0C66C}"/>
          </ac:cxnSpMkLst>
        </pc:cxnChg>
        <pc:cxnChg chg="mod">
          <ac:chgData name="Demaree, David" userId="19462e69-2e4d-4062-8b49-58d23c89592b" providerId="ADAL" clId="{0FE66CF8-880A-48FA-AF82-0729498C4E9F}" dt="2026-01-22T14:55:48.406" v="36" actId="12788"/>
          <ac:cxnSpMkLst>
            <pc:docMk/>
            <pc:sldMk cId="2718284530" sldId="257"/>
            <ac:cxnSpMk id="21" creationId="{46BA1630-6542-54B2-97EA-831590ADE4DE}"/>
          </ac:cxnSpMkLst>
        </pc:cxnChg>
        <pc:cxnChg chg="mod">
          <ac:chgData name="Demaree, David" userId="19462e69-2e4d-4062-8b49-58d23c89592b" providerId="ADAL" clId="{0FE66CF8-880A-48FA-AF82-0729498C4E9F}" dt="2026-01-22T14:55:48.406" v="36" actId="12788"/>
          <ac:cxnSpMkLst>
            <pc:docMk/>
            <pc:sldMk cId="2718284530" sldId="257"/>
            <ac:cxnSpMk id="22" creationId="{6047D52C-BF69-32A9-630C-4A3889F33097}"/>
          </ac:cxnSpMkLst>
        </pc:cxnChg>
        <pc:cxnChg chg="mod">
          <ac:chgData name="Demaree, David" userId="19462e69-2e4d-4062-8b49-58d23c89592b" providerId="ADAL" clId="{0FE66CF8-880A-48FA-AF82-0729498C4E9F}" dt="2026-01-22T14:55:48.406" v="36" actId="12788"/>
          <ac:cxnSpMkLst>
            <pc:docMk/>
            <pc:sldMk cId="2718284530" sldId="257"/>
            <ac:cxnSpMk id="23" creationId="{A658A3F1-FE2F-DCF4-777D-16ECBDB60A72}"/>
          </ac:cxnSpMkLst>
        </pc:cxnChg>
        <pc:cxnChg chg="mod">
          <ac:chgData name="Demaree, David" userId="19462e69-2e4d-4062-8b49-58d23c89592b" providerId="ADAL" clId="{0FE66CF8-880A-48FA-AF82-0729498C4E9F}" dt="2026-01-22T14:51:08.509" v="24" actId="552"/>
          <ac:cxnSpMkLst>
            <pc:docMk/>
            <pc:sldMk cId="2718284530" sldId="257"/>
            <ac:cxnSpMk id="87" creationId="{91450969-0BFF-88D0-74CE-5AF6DBDDFDEE}"/>
          </ac:cxnSpMkLst>
        </pc:cxnChg>
        <pc:cxnChg chg="mod">
          <ac:chgData name="Demaree, David" userId="19462e69-2e4d-4062-8b49-58d23c89592b" providerId="ADAL" clId="{0FE66CF8-880A-48FA-AF82-0729498C4E9F}" dt="2026-01-22T14:50:10.144" v="19" actId="552"/>
          <ac:cxnSpMkLst>
            <pc:docMk/>
            <pc:sldMk cId="2718284530" sldId="257"/>
            <ac:cxnSpMk id="90" creationId="{0237506D-E03A-FBA3-6681-DDE2AB41B227}"/>
          </ac:cxnSpMkLst>
        </pc:cxnChg>
        <pc:cxnChg chg="mod">
          <ac:chgData name="Demaree, David" userId="19462e69-2e4d-4062-8b49-58d23c89592b" providerId="ADAL" clId="{0FE66CF8-880A-48FA-AF82-0729498C4E9F}" dt="2026-01-22T14:56:54.980" v="37" actId="553"/>
          <ac:cxnSpMkLst>
            <pc:docMk/>
            <pc:sldMk cId="2718284530" sldId="257"/>
            <ac:cxnSpMk id="93" creationId="{B5B24D10-4BC0-7949-077C-28567B24A4A2}"/>
          </ac:cxnSpMkLst>
        </pc:cxnChg>
        <pc:cxnChg chg="mod">
          <ac:chgData name="Demaree, David" userId="19462e69-2e4d-4062-8b49-58d23c89592b" providerId="ADAL" clId="{0FE66CF8-880A-48FA-AF82-0729498C4E9F}" dt="2026-01-22T14:51:21.119" v="26" actId="14100"/>
          <ac:cxnSpMkLst>
            <pc:docMk/>
            <pc:sldMk cId="2718284530" sldId="257"/>
            <ac:cxnSpMk id="169" creationId="{AC582C12-1F69-C35E-709C-2D977191AE62}"/>
          </ac:cxnSpMkLst>
        </pc:cxnChg>
        <pc:cxnChg chg="mod">
          <ac:chgData name="Demaree, David" userId="19462e69-2e4d-4062-8b49-58d23c89592b" providerId="ADAL" clId="{0FE66CF8-880A-48FA-AF82-0729498C4E9F}" dt="2026-01-22T14:57:32.537" v="39" actId="14100"/>
          <ac:cxnSpMkLst>
            <pc:docMk/>
            <pc:sldMk cId="2718284530" sldId="257"/>
            <ac:cxnSpMk id="238" creationId="{7E9A8F17-9FDF-26D8-BA2D-32749DB378E8}"/>
          </ac:cxnSpMkLst>
        </pc:cxnChg>
        <pc:cxnChg chg="mod">
          <ac:chgData name="Demaree, David" userId="19462e69-2e4d-4062-8b49-58d23c89592b" providerId="ADAL" clId="{0FE66CF8-880A-48FA-AF82-0729498C4E9F}" dt="2026-01-22T14:55:48.406" v="36" actId="12788"/>
          <ac:cxnSpMkLst>
            <pc:docMk/>
            <pc:sldMk cId="2718284530" sldId="257"/>
            <ac:cxnSpMk id="266" creationId="{45054492-7E12-E948-6585-2E56A3A5FBA9}"/>
          </ac:cxnSpMkLst>
        </pc:cxnChg>
        <pc:cxnChg chg="mod">
          <ac:chgData name="Demaree, David" userId="19462e69-2e4d-4062-8b49-58d23c89592b" providerId="ADAL" clId="{0FE66CF8-880A-48FA-AF82-0729498C4E9F}" dt="2026-01-22T14:55:48.406" v="36" actId="12788"/>
          <ac:cxnSpMkLst>
            <pc:docMk/>
            <pc:sldMk cId="2718284530" sldId="257"/>
            <ac:cxnSpMk id="271" creationId="{0F695B6C-3C75-6C35-6E43-88DBED78EF51}"/>
          </ac:cxnSpMkLst>
        </pc:cxnChg>
        <pc:cxnChg chg="mod">
          <ac:chgData name="Demaree, David" userId="19462e69-2e4d-4062-8b49-58d23c89592b" providerId="ADAL" clId="{0FE66CF8-880A-48FA-AF82-0729498C4E9F}" dt="2026-01-22T14:55:48.406" v="36" actId="12788"/>
          <ac:cxnSpMkLst>
            <pc:docMk/>
            <pc:sldMk cId="2718284530" sldId="257"/>
            <ac:cxnSpMk id="274" creationId="{CCD7DF64-8AB0-F3D7-A933-6C3B32061833}"/>
          </ac:cxnSpMkLst>
        </pc:cxnChg>
        <pc:cxnChg chg="mod">
          <ac:chgData name="Demaree, David" userId="19462e69-2e4d-4062-8b49-58d23c89592b" providerId="ADAL" clId="{0FE66CF8-880A-48FA-AF82-0729498C4E9F}" dt="2026-01-22T14:56:54.980" v="37" actId="553"/>
          <ac:cxnSpMkLst>
            <pc:docMk/>
            <pc:sldMk cId="2718284530" sldId="257"/>
            <ac:cxnSpMk id="277" creationId="{BB0F5FA0-9014-0112-E06D-8FFE2F6BFCAC}"/>
          </ac:cxnSpMkLst>
        </pc:cxnChg>
      </pc:sldChg>
      <pc:sldChg chg="modSp mod">
        <pc:chgData name="Demaree, David" userId="19462e69-2e4d-4062-8b49-58d23c89592b" providerId="ADAL" clId="{0FE66CF8-880A-48FA-AF82-0729498C4E9F}" dt="2026-02-20T18:36:46.815" v="70" actId="1076"/>
        <pc:sldMkLst>
          <pc:docMk/>
          <pc:sldMk cId="4150102708" sldId="262"/>
        </pc:sldMkLst>
        <pc:spChg chg="mod">
          <ac:chgData name="Demaree, David" userId="19462e69-2e4d-4062-8b49-58d23c89592b" providerId="ADAL" clId="{0FE66CF8-880A-48FA-AF82-0729498C4E9F}" dt="2026-02-20T18:36:46.815" v="70" actId="1076"/>
          <ac:spMkLst>
            <pc:docMk/>
            <pc:sldMk cId="4150102708" sldId="262"/>
            <ac:spMk id="168" creationId="{F990C319-FF0E-5705-9B73-B1A1E795B787}"/>
          </ac:spMkLst>
        </pc:spChg>
      </pc:sldChg>
      <pc:sldChg chg="modSp mod">
        <pc:chgData name="Demaree, David" userId="19462e69-2e4d-4062-8b49-58d23c89592b" providerId="ADAL" clId="{0FE66CF8-880A-48FA-AF82-0729498C4E9F}" dt="2026-02-18T22:10:54.764" v="52" actId="1076"/>
        <pc:sldMkLst>
          <pc:docMk/>
          <pc:sldMk cId="153934009" sldId="266"/>
        </pc:sldMkLst>
        <pc:picChg chg="mod">
          <ac:chgData name="Demaree, David" userId="19462e69-2e4d-4062-8b49-58d23c89592b" providerId="ADAL" clId="{0FE66CF8-880A-48FA-AF82-0729498C4E9F}" dt="2026-02-18T22:10:54.764" v="52" actId="1076"/>
          <ac:picMkLst>
            <pc:docMk/>
            <pc:sldMk cId="153934009" sldId="266"/>
            <ac:picMk id="4" creationId="{646E0133-AEED-9FA0-BF36-E09E6A49D196}"/>
          </ac:picMkLst>
        </pc:picChg>
      </pc:sldChg>
      <pc:sldChg chg="delSp modSp mod">
        <pc:chgData name="Demaree, David" userId="19462e69-2e4d-4062-8b49-58d23c89592b" providerId="ADAL" clId="{0FE66CF8-880A-48FA-AF82-0729498C4E9F}" dt="2026-02-20T17:11:46.696" v="56" actId="14100"/>
        <pc:sldMkLst>
          <pc:docMk/>
          <pc:sldMk cId="2078705165" sldId="270"/>
        </pc:sldMkLst>
        <pc:picChg chg="mod">
          <ac:chgData name="Demaree, David" userId="19462e69-2e4d-4062-8b49-58d23c89592b" providerId="ADAL" clId="{0FE66CF8-880A-48FA-AF82-0729498C4E9F}" dt="2026-02-20T17:11:46.696" v="56" actId="14100"/>
          <ac:picMkLst>
            <pc:docMk/>
            <pc:sldMk cId="2078705165" sldId="270"/>
            <ac:picMk id="4" creationId="{A6F19A87-31F2-A311-CBE3-C2BC8ABA1518}"/>
          </ac:picMkLst>
        </pc:picChg>
      </pc:sldChg>
      <pc:sldChg chg="addSp delSp new mod">
        <pc:chgData name="Demaree, David" userId="19462e69-2e4d-4062-8b49-58d23c89592b" providerId="ADAL" clId="{0FE66CF8-880A-48FA-AF82-0729498C4E9F}" dt="2026-01-22T14:58:26.657" v="44"/>
        <pc:sldMkLst>
          <pc:docMk/>
          <pc:sldMk cId="3014085445" sldId="271"/>
        </pc:sldMkLst>
        <pc:picChg chg="add">
          <ac:chgData name="Demaree, David" userId="19462e69-2e4d-4062-8b49-58d23c89592b" providerId="ADAL" clId="{0FE66CF8-880A-48FA-AF82-0729498C4E9F}" dt="2026-01-22T14:58:26.657" v="44"/>
          <ac:picMkLst>
            <pc:docMk/>
            <pc:sldMk cId="3014085445" sldId="271"/>
            <ac:picMk id="4" creationId="{F1C5D84C-DA99-760A-EA4D-31E01E1E474F}"/>
          </ac:picMkLst>
        </pc:picChg>
      </pc:sldChg>
      <pc:sldChg chg="addSp delSp modSp new mod">
        <pc:chgData name="Demaree, David" userId="19462e69-2e4d-4062-8b49-58d23c89592b" providerId="ADAL" clId="{0FE66CF8-880A-48FA-AF82-0729498C4E9F}" dt="2026-02-20T17:39:35.419" v="69" actId="14100"/>
        <pc:sldMkLst>
          <pc:docMk/>
          <pc:sldMk cId="1336397377" sldId="272"/>
        </pc:sldMkLst>
        <pc:spChg chg="del">
          <ac:chgData name="Demaree, David" userId="19462e69-2e4d-4062-8b49-58d23c89592b" providerId="ADAL" clId="{0FE66CF8-880A-48FA-AF82-0729498C4E9F}" dt="2026-02-20T17:38:24.779" v="61" actId="478"/>
          <ac:spMkLst>
            <pc:docMk/>
            <pc:sldMk cId="1336397377" sldId="272"/>
            <ac:spMk id="2" creationId="{72F83C00-27C7-B446-8A79-8B13FF37C438}"/>
          </ac:spMkLst>
        </pc:spChg>
        <pc:spChg chg="del">
          <ac:chgData name="Demaree, David" userId="19462e69-2e4d-4062-8b49-58d23c89592b" providerId="ADAL" clId="{0FE66CF8-880A-48FA-AF82-0729498C4E9F}" dt="2026-02-20T17:38:27.738" v="62" actId="478"/>
          <ac:spMkLst>
            <pc:docMk/>
            <pc:sldMk cId="1336397377" sldId="272"/>
            <ac:spMk id="3" creationId="{34B9C1F6-717A-4EC6-3776-E5AF64B3E441}"/>
          </ac:spMkLst>
        </pc:spChg>
        <pc:spChg chg="add mod">
          <ac:chgData name="Demaree, David" userId="19462e69-2e4d-4062-8b49-58d23c89592b" providerId="ADAL" clId="{0FE66CF8-880A-48FA-AF82-0729498C4E9F}" dt="2026-02-20T17:39:35.419" v="69" actId="14100"/>
          <ac:spMkLst>
            <pc:docMk/>
            <pc:sldMk cId="1336397377" sldId="272"/>
            <ac:spMk id="8" creationId="{40A64D54-F755-4769-8C21-89ADA115BD94}"/>
          </ac:spMkLst>
        </pc:spChg>
        <pc:spChg chg="add mod">
          <ac:chgData name="Demaree, David" userId="19462e69-2e4d-4062-8b49-58d23c89592b" providerId="ADAL" clId="{0FE66CF8-880A-48FA-AF82-0729498C4E9F}" dt="2026-02-20T17:39:35.419" v="69" actId="14100"/>
          <ac:spMkLst>
            <pc:docMk/>
            <pc:sldMk cId="1336397377" sldId="272"/>
            <ac:spMk id="9" creationId="{665ABB6F-8DA1-777B-3172-022BACCCFC81}"/>
          </ac:spMkLst>
        </pc:spChg>
        <pc:spChg chg="add mod">
          <ac:chgData name="Demaree, David" userId="19462e69-2e4d-4062-8b49-58d23c89592b" providerId="ADAL" clId="{0FE66CF8-880A-48FA-AF82-0729498C4E9F}" dt="2026-02-20T17:39:35.419" v="69" actId="14100"/>
          <ac:spMkLst>
            <pc:docMk/>
            <pc:sldMk cId="1336397377" sldId="272"/>
            <ac:spMk id="10" creationId="{9E1795BC-2528-E77F-6524-A0F65D3AB12E}"/>
          </ac:spMkLst>
        </pc:spChg>
        <pc:spChg chg="add mod">
          <ac:chgData name="Demaree, David" userId="19462e69-2e4d-4062-8b49-58d23c89592b" providerId="ADAL" clId="{0FE66CF8-880A-48FA-AF82-0729498C4E9F}" dt="2026-02-20T17:39:35.419" v="69" actId="14100"/>
          <ac:spMkLst>
            <pc:docMk/>
            <pc:sldMk cId="1336397377" sldId="272"/>
            <ac:spMk id="11" creationId="{2582E5D1-42B1-7B03-D9CB-30D07682DB79}"/>
          </ac:spMkLst>
        </pc:spChg>
        <pc:spChg chg="add mod">
          <ac:chgData name="Demaree, David" userId="19462e69-2e4d-4062-8b49-58d23c89592b" providerId="ADAL" clId="{0FE66CF8-880A-48FA-AF82-0729498C4E9F}" dt="2026-02-20T17:39:35.419" v="69" actId="14100"/>
          <ac:spMkLst>
            <pc:docMk/>
            <pc:sldMk cId="1336397377" sldId="272"/>
            <ac:spMk id="13" creationId="{0E230495-7F83-93B4-B32D-560A4E3F2DF1}"/>
          </ac:spMkLst>
        </pc:spChg>
        <pc:spChg chg="add mod">
          <ac:chgData name="Demaree, David" userId="19462e69-2e4d-4062-8b49-58d23c89592b" providerId="ADAL" clId="{0FE66CF8-880A-48FA-AF82-0729498C4E9F}" dt="2026-02-20T17:39:35.419" v="69" actId="14100"/>
          <ac:spMkLst>
            <pc:docMk/>
            <pc:sldMk cId="1336397377" sldId="272"/>
            <ac:spMk id="17" creationId="{91D5E12E-E0D6-3B67-F44F-831908DC55F1}"/>
          </ac:spMkLst>
        </pc:spChg>
        <pc:spChg chg="add mod">
          <ac:chgData name="Demaree, David" userId="19462e69-2e4d-4062-8b49-58d23c89592b" providerId="ADAL" clId="{0FE66CF8-880A-48FA-AF82-0729498C4E9F}" dt="2026-02-20T17:39:35.419" v="69" actId="14100"/>
          <ac:spMkLst>
            <pc:docMk/>
            <pc:sldMk cId="1336397377" sldId="272"/>
            <ac:spMk id="23" creationId="{DFAA0B66-F58F-52B2-49BC-884DC5CBB314}"/>
          </ac:spMkLst>
        </pc:spChg>
        <pc:spChg chg="add mod">
          <ac:chgData name="Demaree, David" userId="19462e69-2e4d-4062-8b49-58d23c89592b" providerId="ADAL" clId="{0FE66CF8-880A-48FA-AF82-0729498C4E9F}" dt="2026-02-20T17:39:35.419" v="69" actId="14100"/>
          <ac:spMkLst>
            <pc:docMk/>
            <pc:sldMk cId="1336397377" sldId="272"/>
            <ac:spMk id="24" creationId="{637A08C1-1FE2-2893-DDDE-98EC1A658407}"/>
          </ac:spMkLst>
        </pc:spChg>
        <pc:spChg chg="add mod">
          <ac:chgData name="Demaree, David" userId="19462e69-2e4d-4062-8b49-58d23c89592b" providerId="ADAL" clId="{0FE66CF8-880A-48FA-AF82-0729498C4E9F}" dt="2026-02-20T17:39:35.419" v="69" actId="14100"/>
          <ac:spMkLst>
            <pc:docMk/>
            <pc:sldMk cId="1336397377" sldId="272"/>
            <ac:spMk id="27" creationId="{02B929E9-F459-8EFA-DA2D-8A1DC337316D}"/>
          </ac:spMkLst>
        </pc:spChg>
        <pc:spChg chg="add mod">
          <ac:chgData name="Demaree, David" userId="19462e69-2e4d-4062-8b49-58d23c89592b" providerId="ADAL" clId="{0FE66CF8-880A-48FA-AF82-0729498C4E9F}" dt="2026-02-20T17:39:35.419" v="69" actId="14100"/>
          <ac:spMkLst>
            <pc:docMk/>
            <pc:sldMk cId="1336397377" sldId="272"/>
            <ac:spMk id="34" creationId="{0DB7FC78-87C7-74FC-BD22-64D9B05375B2}"/>
          </ac:spMkLst>
        </pc:spChg>
        <pc:grpChg chg="mod">
          <ac:chgData name="Demaree, David" userId="19462e69-2e4d-4062-8b49-58d23c89592b" providerId="ADAL" clId="{0FE66CF8-880A-48FA-AF82-0729498C4E9F}" dt="2026-02-20T17:39:28.663" v="68" actId="255"/>
          <ac:grpSpMkLst>
            <pc:docMk/>
            <pc:sldMk cId="1336397377" sldId="272"/>
            <ac:grpSpMk id="39" creationId="{2303013B-9F16-CB0E-598E-2532F3D8AF47}"/>
          </ac:grpSpMkLst>
        </pc:grpChg>
        <pc:picChg chg="add del">
          <ac:chgData name="Demaree, David" userId="19462e69-2e4d-4062-8b49-58d23c89592b" providerId="ADAL" clId="{0FE66CF8-880A-48FA-AF82-0729498C4E9F}" dt="2026-02-20T17:12:11.064" v="58" actId="478"/>
          <ac:picMkLst>
            <pc:docMk/>
            <pc:sldMk cId="1336397377" sldId="272"/>
            <ac:picMk id="5" creationId="{99B9771B-7AE4-B650-5459-F7E90F931C72}"/>
          </ac:picMkLst>
        </pc:picChg>
        <pc:picChg chg="add del">
          <ac:chgData name="Demaree, David" userId="19462e69-2e4d-4062-8b49-58d23c89592b" providerId="ADAL" clId="{0FE66CF8-880A-48FA-AF82-0729498C4E9F}" dt="2026-02-20T17:12:40.694" v="60" actId="478"/>
          <ac:picMkLst>
            <pc:docMk/>
            <pc:sldMk cId="1336397377" sldId="272"/>
            <ac:picMk id="6" creationId="{F68E422F-B7A9-629F-3B5D-F1F87B1C61A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10363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21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21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79653"/>
            <a:ext cx="105156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19286"/>
            <a:ext cx="105156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11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60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6836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41551"/>
            <a:ext cx="5183188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71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7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86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6569"/>
            <a:ext cx="61722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43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16569"/>
            <a:ext cx="61722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7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95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38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6836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6504F-ED78-4FD3-AAAC-360E8F661E3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475136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1FEACCE-CEDD-4848-1C45-55601D318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88" y="2038351"/>
            <a:ext cx="1887538" cy="12430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Records identified from*: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Web of Science (n = 1371)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Google Scholar (n = 989)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Total (n = 2360)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F83A82F-A17A-DE84-DA62-F074255DC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9575" y="2038351"/>
            <a:ext cx="1887538" cy="12430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Records removed </a:t>
            </a:r>
            <a:r>
              <a:rPr lang="en-AU" altLang="en-US" sz="12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before screening</a:t>
            </a: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Duplicate records removed  (n = 76)</a:t>
            </a:r>
            <a:endParaRPr lang="en-AU" altLang="en-US" sz="12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0E00467-2F48-0928-0A52-E4DD3B931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88" y="3575684"/>
            <a:ext cx="1887538" cy="610554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Reports sought for retrieval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 = 2284)</a:t>
            </a:r>
            <a:endParaRPr lang="en-AU" altLang="en-US" sz="1200" dirty="0"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34E3EC4-9D9B-1F77-8518-19A2553E4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3575684"/>
            <a:ext cx="1887538" cy="610554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Reports not retrieved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 = 265)</a:t>
            </a:r>
            <a:endParaRPr lang="en-AU" altLang="en-US" sz="1200" dirty="0"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94FB5F8-1506-4AFF-58D8-3DE1AC307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4428886"/>
            <a:ext cx="1887539" cy="58285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Records screened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 = 2019)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66A22B1-7ED5-9675-6A16-A0E8F46D3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4425076"/>
            <a:ext cx="1887538" cy="58285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Record not in English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 = 21)</a:t>
            </a:r>
            <a:endParaRPr lang="en-AU" altLang="en-US" sz="1200" dirty="0">
              <a:latin typeface="Arial" panose="020B0604020202020204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9A2AB8A0-9EFB-30FE-6328-1683B3C48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5302250"/>
            <a:ext cx="1887539" cy="572929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Reports assessed for eligibility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 = 1998)</a:t>
            </a:r>
            <a:endParaRPr lang="en-AU" altLang="en-US" sz="1200" dirty="0">
              <a:latin typeface="Arial" panose="020B0604020202020204" pitchFamily="34" charset="0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13C69C3D-B8E4-66AE-5908-940FDA37D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5608" y="5302250"/>
            <a:ext cx="1887538" cy="113299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Reports excluded: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Studies did not have presence/enumerated data on fecal pathogens from animals that could access roofs (n = 1901)</a:t>
            </a:r>
            <a:endParaRPr lang="en-AU" altLang="en-US" sz="1200" dirty="0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507453F4-6C90-90F1-6050-364D848AF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2039938"/>
            <a:ext cx="1887538" cy="12430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Records identified from:</a:t>
            </a:r>
            <a:endParaRPr lang="en-US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Citation searching (n = 299)</a:t>
            </a:r>
            <a:endParaRPr lang="en-US" altLang="en-US" sz="1200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76FDB2F0-1C5B-3F59-DA59-0F0568C44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5304425"/>
            <a:ext cx="1887538" cy="58285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Reports assessed for eligibility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 = 198)</a:t>
            </a:r>
            <a:endParaRPr lang="en-AU" altLang="en-US" sz="1200" dirty="0">
              <a:latin typeface="Arial" panose="020B0604020202020204" pitchFamily="34" charset="0"/>
            </a:endParaRP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DE067ECF-47D1-BA14-CEE3-84769100C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2801" y="5302250"/>
            <a:ext cx="1555750" cy="149942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Reports excluded: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Studies did not have presence or enumerated data on fecal pathogens from animals that could access roof (n = 65)</a:t>
            </a:r>
            <a:endParaRPr lang="en-AU" altLang="en-US" sz="1200" dirty="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1D90FA18-868E-3BF4-411E-6D7BFDE97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199" y="6541719"/>
            <a:ext cx="2520505" cy="948266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New studies included in review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 = 97, GS = 71 </a:t>
            </a:r>
            <a:r>
              <a:rPr lang="en-AU" alt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WoS</a:t>
            </a: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=26)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Reports of new included studies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 = 133)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(n=230)</a:t>
            </a:r>
            <a:endParaRPr lang="en-AU" altLang="en-US" sz="1200" dirty="0">
              <a:latin typeface="Arial" panose="020B0604020202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1BE1520-AD01-FF9E-1EB0-127931655E74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654427" y="2659857"/>
            <a:ext cx="5651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D510784-CFC4-5A07-41AB-2ADA2FC190D0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654426" y="3880961"/>
            <a:ext cx="5746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842FD7E-271A-2842-AED8-92468D8C3221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3656014" y="4716502"/>
            <a:ext cx="573087" cy="38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B8B2022-34FE-CA4A-373A-FB995EAC138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656013" y="5588714"/>
            <a:ext cx="56356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Alternate Process 29">
            <a:extLst>
              <a:ext uri="{FF2B5EF4-FFF2-40B4-BE49-F238E27FC236}">
                <a16:creationId xmlns:a16="http://schemas.microsoft.com/office/drawing/2014/main" id="{C606AB2E-58F9-EB53-34A4-6953613F1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0" y="1673226"/>
            <a:ext cx="4344988" cy="263525"/>
          </a:xfrm>
          <a:prstGeom prst="flowChartAlternateProcess">
            <a:avLst/>
          </a:prstGeom>
          <a:solidFill>
            <a:srgbClr val="FFC000"/>
          </a:solidFill>
          <a:ln w="12700">
            <a:solidFill>
              <a:srgbClr val="7F5F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b="1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Identification of new studies via databases and registers</a:t>
            </a:r>
            <a:endParaRPr lang="en-AU" altLang="en-US" sz="1200">
              <a:latin typeface="Arial" panose="020B0604020202020204" pitchFamily="34" charset="0"/>
            </a:endParaRPr>
          </a:p>
        </p:txBody>
      </p:sp>
      <p:sp>
        <p:nvSpPr>
          <p:cNvPr id="21" name="Flowchart: Alternate Process 30">
            <a:extLst>
              <a:ext uri="{FF2B5EF4-FFF2-40B4-BE49-F238E27FC236}">
                <a16:creationId xmlns:a16="http://schemas.microsoft.com/office/drawing/2014/main" id="{35A4E66A-1ED6-0A1D-B0FA-6CBCE8C7E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1668464"/>
            <a:ext cx="3746500" cy="263525"/>
          </a:xfrm>
          <a:prstGeom prst="flowChartAlternateProcess">
            <a:avLst/>
          </a:prstGeom>
          <a:solidFill>
            <a:srgbClr val="FFC000"/>
          </a:solidFill>
          <a:ln w="12700">
            <a:solidFill>
              <a:srgbClr val="7F5F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b="1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Identification of new studies via other methods</a:t>
            </a:r>
            <a:endParaRPr lang="en-AU" altLang="en-US" sz="1200">
              <a:latin typeface="Arial" panose="020B0604020202020204" pitchFamily="34" charset="0"/>
            </a:endParaRPr>
          </a:p>
        </p:txBody>
      </p:sp>
      <p:sp>
        <p:nvSpPr>
          <p:cNvPr id="22" name="Flowchart: Alternate Process 31">
            <a:extLst>
              <a:ext uri="{FF2B5EF4-FFF2-40B4-BE49-F238E27FC236}">
                <a16:creationId xmlns:a16="http://schemas.microsoft.com/office/drawing/2014/main" id="{A0F73FFC-CF1B-6D8B-C505-C6BF5E67EA8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880881" y="2528094"/>
            <a:ext cx="1284288" cy="263525"/>
          </a:xfrm>
          <a:prstGeom prst="flowChartAlternateProcess">
            <a:avLst/>
          </a:prstGeom>
          <a:solidFill>
            <a:srgbClr val="9CC2E5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Identification</a:t>
            </a:r>
            <a:endParaRPr lang="en-AU" altLang="en-US" sz="1200" dirty="0">
              <a:latin typeface="Arial" panose="020B0604020202020204" pitchFamily="34" charset="0"/>
            </a:endParaRPr>
          </a:p>
        </p:txBody>
      </p:sp>
      <p:sp>
        <p:nvSpPr>
          <p:cNvPr id="23" name="Flowchart: Alternate Process 32">
            <a:extLst>
              <a:ext uri="{FF2B5EF4-FFF2-40B4-BE49-F238E27FC236}">
                <a16:creationId xmlns:a16="http://schemas.microsoft.com/office/drawing/2014/main" id="{785F2CE1-E25B-B167-80D2-671524E644B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30045" y="4804130"/>
            <a:ext cx="2998707" cy="263526"/>
          </a:xfrm>
          <a:prstGeom prst="flowChartAlternateProcess">
            <a:avLst/>
          </a:prstGeom>
          <a:solidFill>
            <a:srgbClr val="9CC2E5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Screening</a:t>
            </a:r>
            <a:endParaRPr lang="en-AU" altLang="en-US" sz="1200" dirty="0"/>
          </a:p>
        </p:txBody>
      </p:sp>
      <p:sp>
        <p:nvSpPr>
          <p:cNvPr id="24" name="Flowchart: Alternate Process 33">
            <a:extLst>
              <a:ext uri="{FF2B5EF4-FFF2-40B4-BE49-F238E27FC236}">
                <a16:creationId xmlns:a16="http://schemas.microsoft.com/office/drawing/2014/main" id="{50502CA6-68F4-76FA-8CFF-5DE149D39005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048892" y="6884088"/>
            <a:ext cx="948266" cy="263526"/>
          </a:xfrm>
          <a:prstGeom prst="flowChartAlternateProcess">
            <a:avLst/>
          </a:prstGeom>
          <a:solidFill>
            <a:srgbClr val="9CC2E5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b="1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Included</a:t>
            </a:r>
            <a:endParaRPr lang="en-AU" altLang="en-US" sz="1200">
              <a:latin typeface="Arial" panose="020B06040202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0DEE6CB-2628-7B4C-56E9-2CDCED304405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2710657" y="3281364"/>
            <a:ext cx="0" cy="294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F4D0EC8-C2A5-0F5A-030C-2CD2FAF5C37F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2710658" y="4186239"/>
            <a:ext cx="1587" cy="2426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E5BBBDF-5328-5B80-1783-E5FFB4C49265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2712244" y="5011739"/>
            <a:ext cx="0" cy="2905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DB810C8-9E81-C162-878E-57531DA8E411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2712244" y="5875178"/>
            <a:ext cx="0" cy="666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E05CAD49-5887-2C61-B0CA-5890DD895414}"/>
              </a:ext>
            </a:extLst>
          </p:cNvPr>
          <p:cNvCxnSpPr>
            <a:cxnSpLocks/>
            <a:stCxn id="13" idx="2"/>
            <a:endCxn id="15" idx="3"/>
          </p:cNvCxnSpPr>
          <p:nvPr/>
        </p:nvCxnSpPr>
        <p:spPr>
          <a:xfrm rot="5400000">
            <a:off x="5211988" y="4968995"/>
            <a:ext cx="1128575" cy="29651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837309E-81BC-2C1D-4632-D799FB21D6EC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8202614" y="5595851"/>
            <a:ext cx="23018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18">
            <a:extLst>
              <a:ext uri="{FF2B5EF4-FFF2-40B4-BE49-F238E27FC236}">
                <a16:creationId xmlns:a16="http://schemas.microsoft.com/office/drawing/2014/main" id="{78CFC6BA-C92C-9A8D-00B2-4902FBF06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4425076"/>
            <a:ext cx="1887538" cy="58285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Reports sought for retrieval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 = 299)</a:t>
            </a:r>
            <a:endParaRPr lang="en-AU" altLang="en-US" sz="1200" dirty="0">
              <a:latin typeface="Arial" panose="020B0604020202020204" pitchFamily="34" charset="0"/>
            </a:endParaRPr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id="{86B9C7E9-697D-E175-FF0B-D0F847144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2800" y="4425076"/>
            <a:ext cx="1555750" cy="58285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Reports not retrieved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 = 101)</a:t>
            </a:r>
            <a:endParaRPr lang="en-AU" altLang="en-US" sz="1200" dirty="0">
              <a:latin typeface="Arial" panose="020B0604020202020204" pitchFamily="34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B89266F-C203-3CFE-0BC4-ACA6DF244361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>
            <a:off x="8202614" y="4716502"/>
            <a:ext cx="2301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1601094-7745-176A-583D-D0F463706CCB}"/>
              </a:ext>
            </a:extLst>
          </p:cNvPr>
          <p:cNvCxnSpPr>
            <a:cxnSpLocks/>
            <a:stCxn id="12" idx="2"/>
            <a:endCxn id="31" idx="0"/>
          </p:cNvCxnSpPr>
          <p:nvPr/>
        </p:nvCxnSpPr>
        <p:spPr>
          <a:xfrm>
            <a:off x="7258844" y="3282951"/>
            <a:ext cx="0" cy="1142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5570E67-2234-23F3-A2FC-6719B2D8288D}"/>
              </a:ext>
            </a:extLst>
          </p:cNvPr>
          <p:cNvCxnSpPr>
            <a:cxnSpLocks/>
            <a:stCxn id="31" idx="2"/>
            <a:endCxn id="13" idx="0"/>
          </p:cNvCxnSpPr>
          <p:nvPr/>
        </p:nvCxnSpPr>
        <p:spPr>
          <a:xfrm>
            <a:off x="7258844" y="5007928"/>
            <a:ext cx="0" cy="2964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3">
            <a:extLst>
              <a:ext uri="{FF2B5EF4-FFF2-40B4-BE49-F238E27FC236}">
                <a16:creationId xmlns:a16="http://schemas.microsoft.com/office/drawing/2014/main" id="{FE0CB421-A3E4-E873-5751-5D230290D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186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7" name="Rectangle 52">
            <a:extLst>
              <a:ext uri="{FF2B5EF4-FFF2-40B4-BE49-F238E27FC236}">
                <a16:creationId xmlns:a16="http://schemas.microsoft.com/office/drawing/2014/main" id="{DB11DAE3-DCFC-E26D-2477-42C903D30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415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71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FDD3FC-E14C-2835-B050-C821A5F2A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416" y="1618232"/>
            <a:ext cx="8663167" cy="590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77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F19A87-31F2-A311-CBE3-C2BC8ABA1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416" y="1618232"/>
            <a:ext cx="8663167" cy="590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705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2303013B-9F16-CB0E-598E-2532F3D8AF47}"/>
              </a:ext>
            </a:extLst>
          </p:cNvPr>
          <p:cNvGrpSpPr/>
          <p:nvPr/>
        </p:nvGrpSpPr>
        <p:grpSpPr>
          <a:xfrm>
            <a:off x="353568" y="243840"/>
            <a:ext cx="11679936" cy="7010400"/>
            <a:chOff x="1391262" y="1668464"/>
            <a:chExt cx="8641738" cy="5821521"/>
          </a:xfrm>
        </p:grpSpPr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22D6D9D8-7E3E-453A-1E74-59ED18AED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6888" y="2038351"/>
              <a:ext cx="1887538" cy="1243013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Records identified from*:</a:t>
              </a:r>
              <a:endParaRPr lang="en-AU" altLang="en-US" sz="1400" dirty="0"/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Web of Science (n = 1371)</a:t>
              </a:r>
              <a:endParaRPr lang="en-AU" altLang="en-US" sz="1400" dirty="0"/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Google Scholar (n = 989)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Total (n = 2360)</a:t>
              </a:r>
            </a:p>
          </p:txBody>
        </p:sp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40A64D54-F755-4769-8C21-89ADA115B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575" y="2038351"/>
              <a:ext cx="1887538" cy="1243013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Records removed </a:t>
              </a:r>
              <a:r>
                <a:rPr lang="en-AU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before screening</a:t>
              </a: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:</a:t>
              </a:r>
              <a:endParaRPr lang="en-AU" altLang="en-US" sz="1400" dirty="0"/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Duplicate records removed  (n = 76)</a:t>
              </a:r>
              <a:endParaRPr lang="en-AU" altLang="en-US" sz="1400" dirty="0"/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665ABB6F-8DA1-777B-3172-022BACCCF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6888" y="3575684"/>
              <a:ext cx="1887538" cy="610554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Reports sought for retrieval</a:t>
              </a:r>
              <a:endParaRPr lang="en-AU" altLang="en-US" sz="1400" dirty="0"/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(n = 2284)</a:t>
              </a:r>
              <a:endParaRPr lang="en-AU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9E1795BC-2528-E77F-6524-A0F65D3AB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100" y="3575684"/>
              <a:ext cx="1887538" cy="610554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Reports not retrieved</a:t>
              </a:r>
              <a:endParaRPr lang="en-AU" altLang="en-US" sz="1400" dirty="0"/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(n = 265)</a:t>
              </a:r>
              <a:endParaRPr lang="en-AU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2582E5D1-42B1-7B03-D9CB-30D07682D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475" y="4428886"/>
              <a:ext cx="1887539" cy="582853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Records screened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(n = 2019)</a:t>
              </a:r>
            </a:p>
          </p:txBody>
        </p:sp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D8476D1A-7FBA-FD60-5CF8-B74343622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100" y="4425076"/>
              <a:ext cx="1887538" cy="582853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Record not in English</a:t>
              </a:r>
              <a:endParaRPr lang="en-AU" altLang="en-US" sz="1400" dirty="0"/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(n = 21)</a:t>
              </a:r>
              <a:endParaRPr lang="en-AU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0E230495-7F83-93B4-B32D-560A4E3F2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475" y="5302250"/>
              <a:ext cx="1887539" cy="57292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Reports assessed for eligibility</a:t>
              </a:r>
              <a:endParaRPr lang="en-AU" altLang="en-US" sz="1400" dirty="0"/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(n = 1998)</a:t>
              </a:r>
              <a:endParaRPr lang="en-AU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E6050539-F0B7-DCF3-76CD-5C577EF18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5608" y="5302250"/>
              <a:ext cx="1887538" cy="1132993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Reports excluded:</a:t>
              </a:r>
              <a:endParaRPr lang="en-AU" altLang="en-US" sz="1400" dirty="0"/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Studies did not have presence/enumerated data on fecal pathogens from animals that could access roofs (n = 1901)</a:t>
              </a:r>
              <a:endParaRPr lang="en-AU" altLang="en-US" sz="1400" dirty="0"/>
            </a:p>
          </p:txBody>
        </p:sp>
        <p:sp>
          <p:nvSpPr>
            <p:cNvPr id="15" name="Rectangle 10">
              <a:extLst>
                <a:ext uri="{FF2B5EF4-FFF2-40B4-BE49-F238E27FC236}">
                  <a16:creationId xmlns:a16="http://schemas.microsoft.com/office/drawing/2014/main" id="{0BD6C679-6E90-DA52-1C4A-6F7848B64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5075" y="2039938"/>
              <a:ext cx="1887538" cy="124301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Records identified from:</a:t>
              </a:r>
              <a:endParaRPr lang="en-US" altLang="en-US" sz="1400" dirty="0"/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Citation searching (n = 299)</a:t>
              </a:r>
              <a:endParaRPr lang="en-US" altLang="en-US" sz="1400" dirty="0"/>
            </a:p>
          </p:txBody>
        </p:sp>
        <p:sp>
          <p:nvSpPr>
            <p:cNvPr id="16" name="Rectangle 11">
              <a:extLst>
                <a:ext uri="{FF2B5EF4-FFF2-40B4-BE49-F238E27FC236}">
                  <a16:creationId xmlns:a16="http://schemas.microsoft.com/office/drawing/2014/main" id="{92B847F8-D4E0-EFBF-A969-A302AB145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5075" y="5304425"/>
              <a:ext cx="1887538" cy="582853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Reports assessed for eligibility</a:t>
              </a:r>
              <a:endParaRPr lang="en-AU" altLang="en-US" sz="1400" dirty="0"/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(n = 198)</a:t>
              </a:r>
              <a:endParaRPr lang="en-AU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17" name="Rectangle 12">
              <a:extLst>
                <a:ext uri="{FF2B5EF4-FFF2-40B4-BE49-F238E27FC236}">
                  <a16:creationId xmlns:a16="http://schemas.microsoft.com/office/drawing/2014/main" id="{91D5E12E-E0D6-3B67-F44F-831908DC5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2801" y="5302250"/>
              <a:ext cx="1555750" cy="1499427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Reports excluded:</a:t>
              </a:r>
              <a:endParaRPr lang="en-AU" altLang="en-US" sz="1400" dirty="0"/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Studies did not have presence or enumerated data on fecal pathogens from animals that could access roof (n = 65)</a:t>
              </a:r>
              <a:endParaRPr lang="en-AU" altLang="en-US" sz="1400" dirty="0"/>
            </a:p>
          </p:txBody>
        </p:sp>
        <p:sp>
          <p:nvSpPr>
            <p:cNvPr id="18" name="Rectangle 13">
              <a:extLst>
                <a:ext uri="{FF2B5EF4-FFF2-40B4-BE49-F238E27FC236}">
                  <a16:creationId xmlns:a16="http://schemas.microsoft.com/office/drawing/2014/main" id="{BDA1B83B-BE14-9897-DE0B-8B9D5F5B7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3199" y="6541719"/>
              <a:ext cx="2520505" cy="948266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New studies included in review</a:t>
              </a:r>
              <a:endParaRPr lang="en-AU" altLang="en-US" sz="1400" dirty="0"/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(n = 97, GS = 71 </a:t>
              </a:r>
              <a:r>
                <a:rPr lang="en-AU" altLang="en-US" sz="1400" dirty="0" err="1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WoS</a:t>
              </a: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=26)</a:t>
              </a:r>
              <a:endParaRPr lang="en-AU" altLang="en-US" sz="1400" dirty="0"/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Reports of new included studies</a:t>
              </a:r>
              <a:endParaRPr lang="en-AU" altLang="en-US" sz="1400" dirty="0"/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(n = 133)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 (n=230)</a:t>
              </a:r>
              <a:endParaRPr lang="en-AU" altLang="en-US" sz="1400" dirty="0">
                <a:latin typeface="Arial" panose="020B0604020202020204" pitchFamily="34" charset="0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88D5A7B-3AD3-AFED-7EF3-4A19EAE251E6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>
              <a:off x="3654427" y="2659857"/>
              <a:ext cx="56514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52F883A-39B0-00B9-2A24-65B3867F9D24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>
              <a:off x="3654426" y="3880961"/>
              <a:ext cx="57467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2A60353-E5C6-6C59-C219-E383CBF65F43}"/>
                </a:ext>
              </a:extLst>
            </p:cNvPr>
            <p:cNvCxnSpPr>
              <a:cxnSpLocks/>
              <a:stCxn id="11" idx="3"/>
              <a:endCxn id="12" idx="1"/>
            </p:cNvCxnSpPr>
            <p:nvPr/>
          </p:nvCxnSpPr>
          <p:spPr>
            <a:xfrm flipV="1">
              <a:off x="3656014" y="4716502"/>
              <a:ext cx="573087" cy="38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0B68A23-79A1-CDCD-53E1-E82EA163958C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3656013" y="5588714"/>
              <a:ext cx="56356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lowchart: Alternate Process 29">
              <a:extLst>
                <a:ext uri="{FF2B5EF4-FFF2-40B4-BE49-F238E27FC236}">
                  <a16:creationId xmlns:a16="http://schemas.microsoft.com/office/drawing/2014/main" id="{DFAA0B66-F58F-52B2-49BC-884DC5CBB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250" y="1673226"/>
              <a:ext cx="4344988" cy="263525"/>
            </a:xfrm>
            <a:prstGeom prst="flowChartAlternateProcess">
              <a:avLst/>
            </a:prstGeom>
            <a:solidFill>
              <a:srgbClr val="FFC000"/>
            </a:solidFill>
            <a:ln w="12700">
              <a:solidFill>
                <a:srgbClr val="7F5F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b="1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Identification of new studies via databases and registers</a:t>
              </a:r>
              <a:endParaRPr lang="en-AU" altLang="en-US" sz="1400">
                <a:latin typeface="Arial" panose="020B0604020202020204" pitchFamily="34" charset="0"/>
              </a:endParaRPr>
            </a:p>
          </p:txBody>
        </p:sp>
        <p:sp>
          <p:nvSpPr>
            <p:cNvPr id="24" name="Flowchart: Alternate Process 30">
              <a:extLst>
                <a:ext uri="{FF2B5EF4-FFF2-40B4-BE49-F238E27FC236}">
                  <a16:creationId xmlns:a16="http://schemas.microsoft.com/office/drawing/2014/main" id="{637A08C1-1FE2-2893-DDDE-98EC1A658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6500" y="1668464"/>
              <a:ext cx="3746500" cy="263525"/>
            </a:xfrm>
            <a:prstGeom prst="flowChartAlternateProcess">
              <a:avLst/>
            </a:prstGeom>
            <a:solidFill>
              <a:srgbClr val="FFC000"/>
            </a:solidFill>
            <a:ln w="12700">
              <a:solidFill>
                <a:srgbClr val="7F5F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b="1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Identification of new studies via other methods</a:t>
              </a:r>
              <a:endParaRPr lang="en-AU" altLang="en-US" sz="1400">
                <a:latin typeface="Arial" panose="020B0604020202020204" pitchFamily="34" charset="0"/>
              </a:endParaRPr>
            </a:p>
          </p:txBody>
        </p:sp>
        <p:sp>
          <p:nvSpPr>
            <p:cNvPr id="25" name="Flowchart: Alternate Process 31">
              <a:extLst>
                <a:ext uri="{FF2B5EF4-FFF2-40B4-BE49-F238E27FC236}">
                  <a16:creationId xmlns:a16="http://schemas.microsoft.com/office/drawing/2014/main" id="{B3239643-5533-F4FC-2C36-0DE41C916FB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80881" y="2528094"/>
              <a:ext cx="1284288" cy="263525"/>
            </a:xfrm>
            <a:prstGeom prst="flowChartAlternateProcess">
              <a:avLst/>
            </a:prstGeom>
            <a:solidFill>
              <a:srgbClr val="9CC2E5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Identification</a:t>
              </a:r>
              <a:endParaRPr lang="en-AU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26" name="Flowchart: Alternate Process 32">
              <a:extLst>
                <a:ext uri="{FF2B5EF4-FFF2-40B4-BE49-F238E27FC236}">
                  <a16:creationId xmlns:a16="http://schemas.microsoft.com/office/drawing/2014/main" id="{CF05374B-57C5-AF80-F17F-A66AE81F3B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0045" y="4804130"/>
              <a:ext cx="2998707" cy="263526"/>
            </a:xfrm>
            <a:prstGeom prst="flowChartAlternateProcess">
              <a:avLst/>
            </a:prstGeom>
            <a:solidFill>
              <a:srgbClr val="9CC2E5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Screening</a:t>
              </a:r>
              <a:endParaRPr lang="en-AU" altLang="en-US" sz="1400" dirty="0"/>
            </a:p>
          </p:txBody>
        </p:sp>
        <p:sp>
          <p:nvSpPr>
            <p:cNvPr id="27" name="Flowchart: Alternate Process 33">
              <a:extLst>
                <a:ext uri="{FF2B5EF4-FFF2-40B4-BE49-F238E27FC236}">
                  <a16:creationId xmlns:a16="http://schemas.microsoft.com/office/drawing/2014/main" id="{02B929E9-F459-8EFA-DA2D-8A1DC33731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48892" y="6884088"/>
              <a:ext cx="948266" cy="263526"/>
            </a:xfrm>
            <a:prstGeom prst="flowChartAlternateProcess">
              <a:avLst/>
            </a:prstGeom>
            <a:solidFill>
              <a:srgbClr val="9CC2E5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b="1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Included</a:t>
              </a:r>
              <a:endParaRPr lang="en-AU" altLang="en-US" sz="1400">
                <a:latin typeface="Arial" panose="020B0604020202020204" pitchFamily="34" charset="0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CF74CE2-56E4-A7D6-3053-53610F02EDFA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>
              <a:off x="2710657" y="3281364"/>
              <a:ext cx="0" cy="29432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3AF3212-075A-0DEC-7046-8C0AE479F3E2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2710658" y="4186239"/>
              <a:ext cx="1587" cy="24264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8587F48-9281-96E7-82FD-DACFEFCD30C2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2712244" y="5011739"/>
              <a:ext cx="0" cy="29051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0F54C33-A08A-48BA-E2B2-736E55F5B1EE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2712244" y="5875178"/>
              <a:ext cx="0" cy="66654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85D32598-F784-A3E8-C88A-3325F0EF7C33}"/>
                </a:ext>
              </a:extLst>
            </p:cNvPr>
            <p:cNvCxnSpPr>
              <a:cxnSpLocks/>
              <a:stCxn id="16" idx="2"/>
              <a:endCxn id="18" idx="3"/>
            </p:cNvCxnSpPr>
            <p:nvPr/>
          </p:nvCxnSpPr>
          <p:spPr>
            <a:xfrm rot="5400000">
              <a:off x="5211988" y="4968995"/>
              <a:ext cx="1128575" cy="2965141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5E59C9D-18F0-F606-038A-8D35F82BD632}"/>
                </a:ext>
              </a:extLst>
            </p:cNvPr>
            <p:cNvCxnSpPr>
              <a:cxnSpLocks/>
              <a:stCxn id="16" idx="3"/>
            </p:cNvCxnSpPr>
            <p:nvPr/>
          </p:nvCxnSpPr>
          <p:spPr>
            <a:xfrm flipV="1">
              <a:off x="8202614" y="5595851"/>
              <a:ext cx="230187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18">
              <a:extLst>
                <a:ext uri="{FF2B5EF4-FFF2-40B4-BE49-F238E27FC236}">
                  <a16:creationId xmlns:a16="http://schemas.microsoft.com/office/drawing/2014/main" id="{0DB7FC78-87C7-74FC-BD22-64D9B0537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5075" y="4425076"/>
              <a:ext cx="1887538" cy="582853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Reports sought for retrieval</a:t>
              </a:r>
              <a:endParaRPr lang="en-AU" altLang="en-US" sz="1400" dirty="0"/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(n = 299)</a:t>
              </a:r>
              <a:endParaRPr lang="en-AU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6DD28682-7013-455C-22D6-E007AA54C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2800" y="4425076"/>
              <a:ext cx="1555750" cy="582853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Reports not retrieved</a:t>
              </a:r>
              <a:endParaRPr lang="en-AU" altLang="en-US" sz="1400" dirty="0"/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AU" alt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(n = 101)</a:t>
              </a:r>
              <a:endParaRPr lang="en-AU" altLang="en-US" sz="1400" dirty="0">
                <a:latin typeface="Arial" panose="020B0604020202020204" pitchFamily="34" charset="0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F7D98F1-4849-C2B7-A5B6-A209460819EC}"/>
                </a:ext>
              </a:extLst>
            </p:cNvPr>
            <p:cNvCxnSpPr>
              <a:cxnSpLocks/>
              <a:stCxn id="34" idx="3"/>
              <a:endCxn id="35" idx="1"/>
            </p:cNvCxnSpPr>
            <p:nvPr/>
          </p:nvCxnSpPr>
          <p:spPr>
            <a:xfrm>
              <a:off x="8202614" y="4716502"/>
              <a:ext cx="23018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83818AD-6E70-D033-72F7-0D985C489471}"/>
                </a:ext>
              </a:extLst>
            </p:cNvPr>
            <p:cNvCxnSpPr>
              <a:cxnSpLocks/>
              <a:stCxn id="15" idx="2"/>
              <a:endCxn id="34" idx="0"/>
            </p:cNvCxnSpPr>
            <p:nvPr/>
          </p:nvCxnSpPr>
          <p:spPr>
            <a:xfrm>
              <a:off x="7258844" y="3282951"/>
              <a:ext cx="0" cy="11421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0B139AC-E63F-D410-4CA0-FC8868341744}"/>
                </a:ext>
              </a:extLst>
            </p:cNvPr>
            <p:cNvCxnSpPr>
              <a:cxnSpLocks/>
              <a:stCxn id="34" idx="2"/>
              <a:endCxn id="16" idx="0"/>
            </p:cNvCxnSpPr>
            <p:nvPr/>
          </p:nvCxnSpPr>
          <p:spPr>
            <a:xfrm>
              <a:off x="7258844" y="5007928"/>
              <a:ext cx="0" cy="2964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6397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FFE959-C252-C404-D417-39C409EBD761}"/>
              </a:ext>
            </a:extLst>
          </p:cNvPr>
          <p:cNvSpPr txBox="1"/>
          <p:nvPr/>
        </p:nvSpPr>
        <p:spPr>
          <a:xfrm>
            <a:off x="2062822" y="2778976"/>
            <a:ext cx="2529029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Prevalence Outcomes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FD6628-09F3-4337-5454-4D52084993A5}"/>
              </a:ext>
            </a:extLst>
          </p:cNvPr>
          <p:cNvSpPr txBox="1"/>
          <p:nvPr/>
        </p:nvSpPr>
        <p:spPr>
          <a:xfrm>
            <a:off x="5623155" y="7413438"/>
            <a:ext cx="4232524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Sensitivity (Monte Carlo R mc2d)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DF1328-EB10-B6BD-E788-7814C892EEA0}"/>
              </a:ext>
            </a:extLst>
          </p:cNvPr>
          <p:cNvSpPr txBox="1"/>
          <p:nvPr/>
        </p:nvSpPr>
        <p:spPr>
          <a:xfrm>
            <a:off x="2080143" y="8476126"/>
            <a:ext cx="993285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  Synthesis Monte Carlo weight based on GRADE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614B1E-1E2D-5D66-27EA-A394B5114218}"/>
              </a:ext>
            </a:extLst>
          </p:cNvPr>
          <p:cNvSpPr txBox="1"/>
          <p:nvPr/>
        </p:nvSpPr>
        <p:spPr>
          <a:xfrm>
            <a:off x="5623155" y="6821542"/>
            <a:ext cx="4232524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MLE-NM (Fit R </a:t>
            </a:r>
            <a:r>
              <a:rPr lang="en-US" sz="2000" dirty="0" err="1">
                <a:latin typeface="Gill Sans MT" panose="020B0502020104020203" pitchFamily="34" charset="0"/>
              </a:rPr>
              <a:t>fitdistrplus</a:t>
            </a:r>
            <a:r>
              <a:rPr lang="en-US" sz="2000" dirty="0">
                <a:latin typeface="Gill Sans MT" panose="020B0502020104020203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2C8C5E-18CD-2D2D-4266-8D8283757EE8}"/>
              </a:ext>
            </a:extLst>
          </p:cNvPr>
          <p:cNvSpPr txBox="1"/>
          <p:nvPr/>
        </p:nvSpPr>
        <p:spPr>
          <a:xfrm>
            <a:off x="7047157" y="3830918"/>
            <a:ext cx="2843130" cy="70788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Pathogen Concentration Outcomes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765C2D-DF00-71F4-0916-2A01758D2116}"/>
              </a:ext>
            </a:extLst>
          </p:cNvPr>
          <p:cNvSpPr txBox="1"/>
          <p:nvPr/>
        </p:nvSpPr>
        <p:spPr>
          <a:xfrm>
            <a:off x="9936604" y="5333636"/>
            <a:ext cx="2076395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Samples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CCF231-0343-3233-09C0-45D94D8E4328}"/>
              </a:ext>
            </a:extLst>
          </p:cNvPr>
          <p:cNvSpPr txBox="1"/>
          <p:nvPr/>
        </p:nvSpPr>
        <p:spPr>
          <a:xfrm>
            <a:off x="2062822" y="5333636"/>
            <a:ext cx="1976342" cy="70788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Summary Statistics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AE6AD6-2B56-35C6-C87A-6BDA28126F22}"/>
              </a:ext>
            </a:extLst>
          </p:cNvPr>
          <p:cNvSpPr txBox="1"/>
          <p:nvPr/>
        </p:nvSpPr>
        <p:spPr>
          <a:xfrm>
            <a:off x="7323325" y="5333636"/>
            <a:ext cx="2259820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Semiquantitative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933318-0EF1-6AC9-959E-A2C531BAE6D1}"/>
              </a:ext>
            </a:extLst>
          </p:cNvPr>
          <p:cNvSpPr txBox="1"/>
          <p:nvPr/>
        </p:nvSpPr>
        <p:spPr>
          <a:xfrm>
            <a:off x="4403410" y="5333636"/>
            <a:ext cx="2681424" cy="70788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Summary Statistics for Positive Samples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2674BA-EC32-DDAB-A771-DD03E0C5DE78}"/>
              </a:ext>
            </a:extLst>
          </p:cNvPr>
          <p:cNvSpPr txBox="1"/>
          <p:nvPr/>
        </p:nvSpPr>
        <p:spPr>
          <a:xfrm>
            <a:off x="2062822" y="6825587"/>
            <a:ext cx="3266382" cy="101566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Relationship between normal and lognormal distribution (Jahne 2017)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9184D7-24CA-3E6D-1855-49CAC003A3D0}"/>
              </a:ext>
            </a:extLst>
          </p:cNvPr>
          <p:cNvSpPr txBox="1"/>
          <p:nvPr/>
        </p:nvSpPr>
        <p:spPr>
          <a:xfrm>
            <a:off x="8083219" y="6233469"/>
            <a:ext cx="1712134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Censored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2A256F-F700-D606-C907-005AE8713EAC}"/>
              </a:ext>
            </a:extLst>
          </p:cNvPr>
          <p:cNvSpPr txBox="1"/>
          <p:nvPr/>
        </p:nvSpPr>
        <p:spPr>
          <a:xfrm>
            <a:off x="10648199" y="6828193"/>
            <a:ext cx="1364800" cy="70788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Calculated Directly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D8AD45-3A93-ABB8-4EF0-70E464687FBC}"/>
              </a:ext>
            </a:extLst>
          </p:cNvPr>
          <p:cNvSpPr txBox="1"/>
          <p:nvPr/>
        </p:nvSpPr>
        <p:spPr>
          <a:xfrm>
            <a:off x="5623155" y="6231477"/>
            <a:ext cx="1461680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Special Case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F20EEE-5FBE-9521-EBFF-A61DDDF0D7D2}"/>
              </a:ext>
            </a:extLst>
          </p:cNvPr>
          <p:cNvCxnSpPr>
            <a:cxnSpLocks/>
          </p:cNvCxnSpPr>
          <p:nvPr/>
        </p:nvCxnSpPr>
        <p:spPr>
          <a:xfrm>
            <a:off x="5114758" y="6050655"/>
            <a:ext cx="0" cy="786671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7FFCA52-B848-9641-0887-26B0A91731E7}"/>
              </a:ext>
            </a:extLst>
          </p:cNvPr>
          <p:cNvCxnSpPr>
            <a:cxnSpLocks/>
          </p:cNvCxnSpPr>
          <p:nvPr/>
        </p:nvCxnSpPr>
        <p:spPr>
          <a:xfrm>
            <a:off x="2722003" y="6034872"/>
            <a:ext cx="0" cy="78667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956445-F632-E3DF-3C3B-439174F0C66C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16200000" flipH="1">
            <a:off x="9324346" y="3683180"/>
            <a:ext cx="794832" cy="2506080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6BA1630-6542-54B2-97EA-831590ADE4DE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rot="5400000">
            <a:off x="8063563" y="4928477"/>
            <a:ext cx="794832" cy="1548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047D52C-BF69-32A9-630C-4A3889F33097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rot="5400000">
            <a:off x="6709006" y="3573920"/>
            <a:ext cx="794832" cy="2724600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658A3F1-FE2F-DCF4-777D-16ECBDB60A72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5400000">
            <a:off x="5362442" y="2227356"/>
            <a:ext cx="794832" cy="541772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617B18F-477D-7A7A-00DE-A6E42786C77F}"/>
              </a:ext>
            </a:extLst>
          </p:cNvPr>
          <p:cNvCxnSpPr>
            <a:cxnSpLocks/>
          </p:cNvCxnSpPr>
          <p:nvPr/>
        </p:nvCxnSpPr>
        <p:spPr>
          <a:xfrm rot="5400000">
            <a:off x="9819098" y="5289936"/>
            <a:ext cx="497731" cy="140452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E98E658-40E6-D48A-ACF0-F3320C7FBDE5}"/>
              </a:ext>
            </a:extLst>
          </p:cNvPr>
          <p:cNvCxnSpPr>
            <a:cxnSpLocks/>
          </p:cNvCxnSpPr>
          <p:nvPr/>
        </p:nvCxnSpPr>
        <p:spPr>
          <a:xfrm>
            <a:off x="8468722" y="5733746"/>
            <a:ext cx="0" cy="494852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1172F57-CB48-16F7-A894-F1CB2E31AB91}"/>
              </a:ext>
            </a:extLst>
          </p:cNvPr>
          <p:cNvCxnSpPr>
            <a:cxnSpLocks/>
          </p:cNvCxnSpPr>
          <p:nvPr/>
        </p:nvCxnSpPr>
        <p:spPr>
          <a:xfrm>
            <a:off x="5346525" y="7602287"/>
            <a:ext cx="276630" cy="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EC3DCFC-F2C6-7D8E-460C-B89262E81E7A}"/>
              </a:ext>
            </a:extLst>
          </p:cNvPr>
          <p:cNvCxnSpPr>
            <a:cxnSpLocks/>
            <a:stCxn id="17" idx="3"/>
            <a:endCxn id="15" idx="1"/>
          </p:cNvCxnSpPr>
          <p:nvPr/>
        </p:nvCxnSpPr>
        <p:spPr>
          <a:xfrm>
            <a:off x="7084835" y="6431532"/>
            <a:ext cx="998384" cy="1992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3DC2DF5-84DE-3E71-2449-092E1688F3C8}"/>
              </a:ext>
            </a:extLst>
          </p:cNvPr>
          <p:cNvCxnSpPr>
            <a:cxnSpLocks/>
          </p:cNvCxnSpPr>
          <p:nvPr/>
        </p:nvCxnSpPr>
        <p:spPr>
          <a:xfrm>
            <a:off x="6370591" y="6041523"/>
            <a:ext cx="0" cy="189955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0BEFC79-2C0D-3702-F704-4E7EE6317DCB}"/>
              </a:ext>
            </a:extLst>
          </p:cNvPr>
          <p:cNvCxnSpPr>
            <a:cxnSpLocks/>
          </p:cNvCxnSpPr>
          <p:nvPr/>
        </p:nvCxnSpPr>
        <p:spPr>
          <a:xfrm>
            <a:off x="9365702" y="6631588"/>
            <a:ext cx="0" cy="189955"/>
          </a:xfrm>
          <a:prstGeom prst="straightConnector1">
            <a:avLst/>
          </a:prstGeom>
          <a:ln w="2540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D7C6A26-7AF0-A5F0-B16F-6DCDB130507E}"/>
              </a:ext>
            </a:extLst>
          </p:cNvPr>
          <p:cNvCxnSpPr>
            <a:cxnSpLocks/>
          </p:cNvCxnSpPr>
          <p:nvPr/>
        </p:nvCxnSpPr>
        <p:spPr>
          <a:xfrm>
            <a:off x="8470778" y="6628708"/>
            <a:ext cx="0" cy="189955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2AA8B2B-28F1-3A54-0DD3-505B21B18274}"/>
              </a:ext>
            </a:extLst>
          </p:cNvPr>
          <p:cNvCxnSpPr>
            <a:cxnSpLocks/>
          </p:cNvCxnSpPr>
          <p:nvPr/>
        </p:nvCxnSpPr>
        <p:spPr>
          <a:xfrm>
            <a:off x="11330599" y="7527999"/>
            <a:ext cx="0" cy="937168"/>
          </a:xfrm>
          <a:prstGeom prst="straightConnector1">
            <a:avLst/>
          </a:prstGeom>
          <a:ln w="2540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17ED298-D662-5935-AD5B-0E2676A3DF22}"/>
              </a:ext>
            </a:extLst>
          </p:cNvPr>
          <p:cNvCxnSpPr>
            <a:cxnSpLocks/>
          </p:cNvCxnSpPr>
          <p:nvPr/>
        </p:nvCxnSpPr>
        <p:spPr>
          <a:xfrm>
            <a:off x="11330599" y="5743332"/>
            <a:ext cx="0" cy="1094447"/>
          </a:xfrm>
          <a:prstGeom prst="straightConnector1">
            <a:avLst/>
          </a:prstGeom>
          <a:ln w="2540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223F832-5062-DD42-C647-B51756481FA5}"/>
              </a:ext>
            </a:extLst>
          </p:cNvPr>
          <p:cNvCxnSpPr>
            <a:cxnSpLocks/>
          </p:cNvCxnSpPr>
          <p:nvPr/>
        </p:nvCxnSpPr>
        <p:spPr>
          <a:xfrm rot="16200000" flipH="1">
            <a:off x="9630235" y="7557423"/>
            <a:ext cx="623917" cy="1191570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D851E39-5FE1-B139-E113-A76E2AF35C7D}"/>
              </a:ext>
            </a:extLst>
          </p:cNvPr>
          <p:cNvCxnSpPr>
            <a:cxnSpLocks/>
          </p:cNvCxnSpPr>
          <p:nvPr/>
        </p:nvCxnSpPr>
        <p:spPr>
          <a:xfrm>
            <a:off x="8468722" y="7813549"/>
            <a:ext cx="0" cy="659699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C5752F9-5B8F-510D-A064-F756E9C3D593}"/>
              </a:ext>
            </a:extLst>
          </p:cNvPr>
          <p:cNvCxnSpPr>
            <a:cxnSpLocks/>
          </p:cNvCxnSpPr>
          <p:nvPr/>
        </p:nvCxnSpPr>
        <p:spPr>
          <a:xfrm>
            <a:off x="6388878" y="7228304"/>
            <a:ext cx="0" cy="185135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615A586-527D-C607-7E50-127F4E9A938F}"/>
              </a:ext>
            </a:extLst>
          </p:cNvPr>
          <p:cNvCxnSpPr>
            <a:cxnSpLocks/>
          </p:cNvCxnSpPr>
          <p:nvPr/>
        </p:nvCxnSpPr>
        <p:spPr>
          <a:xfrm>
            <a:off x="3026258" y="7841249"/>
            <a:ext cx="0" cy="63199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7F167F4-A182-E398-3508-7736021DC3EA}"/>
              </a:ext>
            </a:extLst>
          </p:cNvPr>
          <p:cNvCxnSpPr>
            <a:cxnSpLocks/>
          </p:cNvCxnSpPr>
          <p:nvPr/>
        </p:nvCxnSpPr>
        <p:spPr>
          <a:xfrm>
            <a:off x="8468722" y="7221653"/>
            <a:ext cx="0" cy="221045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F52AEC4-4FE6-F2AD-BAFC-CA906F2B5616}"/>
              </a:ext>
            </a:extLst>
          </p:cNvPr>
          <p:cNvCxnSpPr>
            <a:cxnSpLocks/>
          </p:cNvCxnSpPr>
          <p:nvPr/>
        </p:nvCxnSpPr>
        <p:spPr>
          <a:xfrm>
            <a:off x="9365702" y="7221653"/>
            <a:ext cx="0" cy="221045"/>
          </a:xfrm>
          <a:prstGeom prst="straightConnector1">
            <a:avLst/>
          </a:prstGeom>
          <a:ln w="2540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61ED238-6CA7-866F-D092-F31B5A1BCFAB}"/>
              </a:ext>
            </a:extLst>
          </p:cNvPr>
          <p:cNvCxnSpPr>
            <a:cxnSpLocks/>
          </p:cNvCxnSpPr>
          <p:nvPr/>
        </p:nvCxnSpPr>
        <p:spPr>
          <a:xfrm>
            <a:off x="6388878" y="7841250"/>
            <a:ext cx="0" cy="659699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1ED6B91-84D6-DE8B-82C4-B0DF56EE9E38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066296" y="4434603"/>
            <a:ext cx="2" cy="2994670"/>
          </a:xfrm>
          <a:prstGeom prst="bentConnector3">
            <a:avLst>
              <a:gd name="adj1" fmla="val -11430000000"/>
            </a:avLst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8AB004E-CDF5-402A-55EB-374D07A02FDA}"/>
              </a:ext>
            </a:extLst>
          </p:cNvPr>
          <p:cNvSpPr txBox="1"/>
          <p:nvPr/>
        </p:nvSpPr>
        <p:spPr>
          <a:xfrm>
            <a:off x="3446465" y="6231477"/>
            <a:ext cx="1461680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Substitution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70888A9-A3CA-D15F-3F1B-F423BA3D847C}"/>
              </a:ext>
            </a:extLst>
          </p:cNvPr>
          <p:cNvCxnSpPr>
            <a:cxnSpLocks/>
          </p:cNvCxnSpPr>
          <p:nvPr/>
        </p:nvCxnSpPr>
        <p:spPr>
          <a:xfrm>
            <a:off x="3672971" y="6041522"/>
            <a:ext cx="0" cy="187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50C64CD-91DC-0AE0-EE8B-733F6715D6DD}"/>
              </a:ext>
            </a:extLst>
          </p:cNvPr>
          <p:cNvCxnSpPr>
            <a:cxnSpLocks/>
          </p:cNvCxnSpPr>
          <p:nvPr/>
        </p:nvCxnSpPr>
        <p:spPr>
          <a:xfrm>
            <a:off x="3672971" y="6631587"/>
            <a:ext cx="0" cy="187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A035248-C8E4-FDCE-5BB1-6928DD30C936}"/>
              </a:ext>
            </a:extLst>
          </p:cNvPr>
          <p:cNvCxnSpPr>
            <a:cxnSpLocks/>
          </p:cNvCxnSpPr>
          <p:nvPr/>
        </p:nvCxnSpPr>
        <p:spPr>
          <a:xfrm>
            <a:off x="4724936" y="6050655"/>
            <a:ext cx="0" cy="156547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BC0C80B-659B-3EDA-53FF-E79D1F430D18}"/>
              </a:ext>
            </a:extLst>
          </p:cNvPr>
          <p:cNvCxnSpPr>
            <a:cxnSpLocks/>
          </p:cNvCxnSpPr>
          <p:nvPr/>
        </p:nvCxnSpPr>
        <p:spPr>
          <a:xfrm>
            <a:off x="4724936" y="6662117"/>
            <a:ext cx="0" cy="156547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13C4279-B868-4B2B-40FA-E2C754FAC7B9}"/>
              </a:ext>
            </a:extLst>
          </p:cNvPr>
          <p:cNvCxnSpPr>
            <a:cxnSpLocks/>
            <a:stCxn id="55" idx="1"/>
            <a:endCxn id="6" idx="1"/>
          </p:cNvCxnSpPr>
          <p:nvPr/>
        </p:nvCxnSpPr>
        <p:spPr>
          <a:xfrm rot="10800000" flipH="1" flipV="1">
            <a:off x="2062821" y="2178811"/>
            <a:ext cx="17321" cy="6497370"/>
          </a:xfrm>
          <a:prstGeom prst="bentConnector3">
            <a:avLst>
              <a:gd name="adj1" fmla="val -366607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929D336-1AC9-F9E5-D3F4-1627A0F8291E}"/>
              </a:ext>
            </a:extLst>
          </p:cNvPr>
          <p:cNvSpPr txBox="1"/>
          <p:nvPr/>
        </p:nvSpPr>
        <p:spPr>
          <a:xfrm>
            <a:off x="2062822" y="3453704"/>
            <a:ext cx="343988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Clopper Pearson Exact Method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92F29C-6E09-4983-F8A7-408AA6421BA8}"/>
              </a:ext>
            </a:extLst>
          </p:cNvPr>
          <p:cNvSpPr txBox="1"/>
          <p:nvPr/>
        </p:nvSpPr>
        <p:spPr>
          <a:xfrm>
            <a:off x="2062822" y="4138694"/>
            <a:ext cx="3663979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Synthesis Random Effects Model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6B44D0-C864-547D-18C0-068E13C25A5A}"/>
              </a:ext>
            </a:extLst>
          </p:cNvPr>
          <p:cNvSpPr txBox="1"/>
          <p:nvPr/>
        </p:nvSpPr>
        <p:spPr>
          <a:xfrm>
            <a:off x="5616806" y="310385"/>
            <a:ext cx="2310979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Systematic Review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58DC18-96D3-2BC2-2D78-0A0F662E7422}"/>
              </a:ext>
            </a:extLst>
          </p:cNvPr>
          <p:cNvSpPr txBox="1"/>
          <p:nvPr/>
        </p:nvSpPr>
        <p:spPr>
          <a:xfrm>
            <a:off x="5616806" y="1051978"/>
            <a:ext cx="2310979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Information Source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0AB248-8E2D-3D1B-39B3-49699C27D8E8}"/>
              </a:ext>
            </a:extLst>
          </p:cNvPr>
          <p:cNvSpPr txBox="1"/>
          <p:nvPr/>
        </p:nvSpPr>
        <p:spPr>
          <a:xfrm>
            <a:off x="5616806" y="1972714"/>
            <a:ext cx="2310979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Grouping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CEDF65-E9E1-F7F7-7666-88EB220CB573}"/>
              </a:ext>
            </a:extLst>
          </p:cNvPr>
          <p:cNvSpPr txBox="1"/>
          <p:nvPr/>
        </p:nvSpPr>
        <p:spPr>
          <a:xfrm>
            <a:off x="9702020" y="1978756"/>
            <a:ext cx="2310979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Selection Process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8D56B4-F6AA-044F-FADD-AAADA3E01FAE}"/>
              </a:ext>
            </a:extLst>
          </p:cNvPr>
          <p:cNvSpPr txBox="1"/>
          <p:nvPr/>
        </p:nvSpPr>
        <p:spPr>
          <a:xfrm>
            <a:off x="2062822" y="1978756"/>
            <a:ext cx="2669678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Data Quality (GRADE)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1450969-0BFF-88D0-74CE-5AF6DBDDFDEE}"/>
              </a:ext>
            </a:extLst>
          </p:cNvPr>
          <p:cNvCxnSpPr>
            <a:cxnSpLocks/>
            <a:stCxn id="52" idx="2"/>
            <a:endCxn id="55" idx="0"/>
          </p:cNvCxnSpPr>
          <p:nvPr/>
        </p:nvCxnSpPr>
        <p:spPr>
          <a:xfrm rot="5400000">
            <a:off x="4821645" y="28105"/>
            <a:ext cx="526668" cy="337463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237506D-E03A-FBA3-6681-DDE2AB41B227}"/>
              </a:ext>
            </a:extLst>
          </p:cNvPr>
          <p:cNvCxnSpPr>
            <a:cxnSpLocks/>
            <a:stCxn id="52" idx="2"/>
            <a:endCxn id="53" idx="0"/>
          </p:cNvCxnSpPr>
          <p:nvPr/>
        </p:nvCxnSpPr>
        <p:spPr>
          <a:xfrm>
            <a:off x="6772296" y="1452088"/>
            <a:ext cx="0" cy="52062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5B24D10-4BC0-7949-077C-28567B24A4A2}"/>
              </a:ext>
            </a:extLst>
          </p:cNvPr>
          <p:cNvCxnSpPr>
            <a:cxnSpLocks/>
            <a:stCxn id="52" idx="2"/>
            <a:endCxn id="54" idx="0"/>
          </p:cNvCxnSpPr>
          <p:nvPr/>
        </p:nvCxnSpPr>
        <p:spPr>
          <a:xfrm rot="16200000" flipH="1">
            <a:off x="8551569" y="-327185"/>
            <a:ext cx="526668" cy="408521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04A40A5-F527-DFFF-ED66-2E61712903B4}"/>
              </a:ext>
            </a:extLst>
          </p:cNvPr>
          <p:cNvCxnSpPr>
            <a:cxnSpLocks/>
          </p:cNvCxnSpPr>
          <p:nvPr/>
        </p:nvCxnSpPr>
        <p:spPr>
          <a:xfrm>
            <a:off x="3223858" y="3188595"/>
            <a:ext cx="0" cy="2651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ADE7C53A-1AE4-9578-6A8D-C37BB9F8B023}"/>
              </a:ext>
            </a:extLst>
          </p:cNvPr>
          <p:cNvCxnSpPr>
            <a:cxnSpLocks/>
          </p:cNvCxnSpPr>
          <p:nvPr/>
        </p:nvCxnSpPr>
        <p:spPr>
          <a:xfrm>
            <a:off x="3223858" y="3853814"/>
            <a:ext cx="0" cy="29498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11EF87B-1A61-95A4-7E79-347546ECBCD3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>
            <a:off x="6772296" y="710495"/>
            <a:ext cx="0" cy="34148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2">
            <a:extLst>
              <a:ext uri="{FF2B5EF4-FFF2-40B4-BE49-F238E27FC236}">
                <a16:creationId xmlns:a16="http://schemas.microsoft.com/office/drawing/2014/main" id="{AC582C12-1F69-C35E-709C-2D977191AE62}"/>
              </a:ext>
            </a:extLst>
          </p:cNvPr>
          <p:cNvCxnSpPr>
            <a:cxnSpLocks/>
            <a:stCxn id="55" idx="1"/>
          </p:cNvCxnSpPr>
          <p:nvPr/>
        </p:nvCxnSpPr>
        <p:spPr>
          <a:xfrm rot="10800000" flipH="1" flipV="1">
            <a:off x="2062821" y="2178810"/>
            <a:ext cx="17321" cy="2034415"/>
          </a:xfrm>
          <a:prstGeom prst="bentConnector4">
            <a:avLst>
              <a:gd name="adj1" fmla="val -1319785"/>
              <a:gd name="adj2" fmla="val 100577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">
            <a:extLst>
              <a:ext uri="{FF2B5EF4-FFF2-40B4-BE49-F238E27FC236}">
                <a16:creationId xmlns:a16="http://schemas.microsoft.com/office/drawing/2014/main" id="{7E9A8F17-9FDF-26D8-BA2D-32749DB378E8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064229" y="4327543"/>
            <a:ext cx="22264" cy="3274744"/>
          </a:xfrm>
          <a:prstGeom prst="bentConnector4">
            <a:avLst>
              <a:gd name="adj1" fmla="val -1982892"/>
              <a:gd name="adj2" fmla="val 99934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45054492-7E12-E948-6585-2E56A3A5FBA9}"/>
              </a:ext>
            </a:extLst>
          </p:cNvPr>
          <p:cNvCxnSpPr>
            <a:cxnSpLocks/>
            <a:stCxn id="267" idx="1"/>
            <a:endCxn id="4" idx="3"/>
          </p:cNvCxnSpPr>
          <p:nvPr/>
        </p:nvCxnSpPr>
        <p:spPr>
          <a:xfrm flipH="1">
            <a:off x="4591851" y="2979031"/>
            <a:ext cx="272138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TextBox 266">
            <a:extLst>
              <a:ext uri="{FF2B5EF4-FFF2-40B4-BE49-F238E27FC236}">
                <a16:creationId xmlns:a16="http://schemas.microsoft.com/office/drawing/2014/main" id="{598EF688-9B21-DACD-FCCA-6491549D195A}"/>
              </a:ext>
            </a:extLst>
          </p:cNvPr>
          <p:cNvSpPr txBox="1"/>
          <p:nvPr/>
        </p:nvSpPr>
        <p:spPr>
          <a:xfrm>
            <a:off x="7313233" y="2778976"/>
            <a:ext cx="2310979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Outcomes</a:t>
            </a:r>
          </a:p>
        </p:txBody>
      </p: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0F695B6C-3C75-6C35-6E43-88DBED78EF51}"/>
              </a:ext>
            </a:extLst>
          </p:cNvPr>
          <p:cNvCxnSpPr>
            <a:cxnSpLocks/>
            <a:stCxn id="267" idx="2"/>
            <a:endCxn id="8" idx="0"/>
          </p:cNvCxnSpPr>
          <p:nvPr/>
        </p:nvCxnSpPr>
        <p:spPr>
          <a:xfrm rot="5400000">
            <a:off x="8142807" y="3505002"/>
            <a:ext cx="651832" cy="1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CCD7DF64-8AB0-F3D7-A933-6C3B32061833}"/>
              </a:ext>
            </a:extLst>
          </p:cNvPr>
          <p:cNvCxnSpPr>
            <a:cxnSpLocks/>
            <a:stCxn id="53" idx="2"/>
            <a:endCxn id="267" idx="0"/>
          </p:cNvCxnSpPr>
          <p:nvPr/>
        </p:nvCxnSpPr>
        <p:spPr>
          <a:xfrm rot="16200000" flipH="1">
            <a:off x="7417433" y="1727686"/>
            <a:ext cx="406152" cy="169642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BB0F5FA0-9014-0112-E06D-8FFE2F6BFCAC}"/>
              </a:ext>
            </a:extLst>
          </p:cNvPr>
          <p:cNvCxnSpPr>
            <a:cxnSpLocks/>
            <a:stCxn id="54" idx="2"/>
            <a:endCxn id="267" idx="0"/>
          </p:cNvCxnSpPr>
          <p:nvPr/>
        </p:nvCxnSpPr>
        <p:spPr>
          <a:xfrm rot="5400000">
            <a:off x="9463062" y="1384528"/>
            <a:ext cx="400110" cy="238878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FBA94FD-DA1D-DD22-01C7-0C7E3016124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370598" y="6719932"/>
            <a:ext cx="1868415" cy="94949"/>
          </a:xfrm>
          <a:prstGeom prst="bentConnector3">
            <a:avLst>
              <a:gd name="adj1" fmla="val 100299"/>
            </a:avLst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20FCBFD-EF7C-D83B-93C7-E49F8487107E}"/>
              </a:ext>
            </a:extLst>
          </p:cNvPr>
          <p:cNvCxnSpPr>
            <a:cxnSpLocks/>
          </p:cNvCxnSpPr>
          <p:nvPr/>
        </p:nvCxnSpPr>
        <p:spPr>
          <a:xfrm>
            <a:off x="8280400" y="6628708"/>
            <a:ext cx="0" cy="102463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284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C5D84C-DA99-760A-EA4D-31E01E1E4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3" y="219078"/>
            <a:ext cx="10687214" cy="870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85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A9E403-5573-4D5E-7188-19985756C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04" y="219078"/>
            <a:ext cx="11254191" cy="870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069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BDE8CDD5-3F19-49F1-39F8-5A75882B1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43" y="2276657"/>
            <a:ext cx="11741914" cy="459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4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902E7425-272F-951A-FC47-855A22707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04" y="168278"/>
            <a:ext cx="11254191" cy="870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43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B76A51-8E66-5118-7AC2-C0FF1EE10706}"/>
              </a:ext>
            </a:extLst>
          </p:cNvPr>
          <p:cNvSpPr txBox="1"/>
          <p:nvPr/>
        </p:nvSpPr>
        <p:spPr>
          <a:xfrm>
            <a:off x="2068369" y="2778976"/>
            <a:ext cx="2310979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Presence Outcomes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9E08D-346C-5937-E6AC-6B62C2A96F11}"/>
              </a:ext>
            </a:extLst>
          </p:cNvPr>
          <p:cNvSpPr txBox="1"/>
          <p:nvPr/>
        </p:nvSpPr>
        <p:spPr>
          <a:xfrm>
            <a:off x="5623155" y="7413438"/>
            <a:ext cx="4232524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Sensitivity (Monte Carlo R mc2d)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4EB6C4-E00F-6187-2F60-D607819AAD4B}"/>
              </a:ext>
            </a:extLst>
          </p:cNvPr>
          <p:cNvSpPr txBox="1"/>
          <p:nvPr/>
        </p:nvSpPr>
        <p:spPr>
          <a:xfrm>
            <a:off x="2080143" y="8476126"/>
            <a:ext cx="9932856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  Synthesis Monte Carlo weight based on GRADE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036298-B1D3-DF63-223E-FB6DC2AD45FF}"/>
              </a:ext>
            </a:extLst>
          </p:cNvPr>
          <p:cNvSpPr txBox="1"/>
          <p:nvPr/>
        </p:nvSpPr>
        <p:spPr>
          <a:xfrm>
            <a:off x="5623155" y="6821542"/>
            <a:ext cx="4232524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MLE-NM (Fit R </a:t>
            </a:r>
            <a:r>
              <a:rPr lang="en-US" sz="2000" dirty="0" err="1">
                <a:latin typeface="Gill Sans MT" panose="020B0502020104020203" pitchFamily="34" charset="0"/>
              </a:rPr>
              <a:t>fitdistrplus</a:t>
            </a:r>
            <a:r>
              <a:rPr lang="en-US" sz="2000" dirty="0">
                <a:latin typeface="Gill Sans MT" panose="020B0502020104020203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136012-3839-64EE-6B2A-D6A58EC9E541}"/>
              </a:ext>
            </a:extLst>
          </p:cNvPr>
          <p:cNvSpPr txBox="1"/>
          <p:nvPr/>
        </p:nvSpPr>
        <p:spPr>
          <a:xfrm>
            <a:off x="9400603" y="3948740"/>
            <a:ext cx="2611694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Enumerated Outcome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F578F8-E184-ACD5-CEE9-2CBB2CA0954E}"/>
              </a:ext>
            </a:extLst>
          </p:cNvPr>
          <p:cNvSpPr txBox="1"/>
          <p:nvPr/>
        </p:nvSpPr>
        <p:spPr>
          <a:xfrm>
            <a:off x="9935902" y="5333636"/>
            <a:ext cx="2076395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Samples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988441-7368-A009-0D3B-A130D8A2A2E6}"/>
              </a:ext>
            </a:extLst>
          </p:cNvPr>
          <p:cNvSpPr txBox="1"/>
          <p:nvPr/>
        </p:nvSpPr>
        <p:spPr>
          <a:xfrm>
            <a:off x="2068369" y="5333636"/>
            <a:ext cx="1976342" cy="70788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Summary Statistics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90073D-369D-4003-51B7-7109F789F854}"/>
              </a:ext>
            </a:extLst>
          </p:cNvPr>
          <p:cNvSpPr txBox="1"/>
          <p:nvPr/>
        </p:nvSpPr>
        <p:spPr>
          <a:xfrm>
            <a:off x="7323325" y="5333636"/>
            <a:ext cx="2259820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Semiquantitative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6B363E-2085-0908-30BA-79AEF465F02A}"/>
              </a:ext>
            </a:extLst>
          </p:cNvPr>
          <p:cNvSpPr txBox="1"/>
          <p:nvPr/>
        </p:nvSpPr>
        <p:spPr>
          <a:xfrm>
            <a:off x="4403410" y="5333636"/>
            <a:ext cx="2681424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Summary Statistics for Positive Samples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1D2371-AA04-88BE-5DF0-DCDF1D39C5CD}"/>
              </a:ext>
            </a:extLst>
          </p:cNvPr>
          <p:cNvSpPr txBox="1"/>
          <p:nvPr/>
        </p:nvSpPr>
        <p:spPr>
          <a:xfrm>
            <a:off x="2080143" y="6825587"/>
            <a:ext cx="3266382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Relationship between normal and lognormal distribution (Jahne 2017)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78B945-6E1A-94AA-A1DA-9B1E0F446199}"/>
              </a:ext>
            </a:extLst>
          </p:cNvPr>
          <p:cNvSpPr txBox="1"/>
          <p:nvPr/>
        </p:nvSpPr>
        <p:spPr>
          <a:xfrm>
            <a:off x="8083219" y="6233469"/>
            <a:ext cx="1712134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Censored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566C4E-1EE1-1134-158E-D573F25E7ACC}"/>
              </a:ext>
            </a:extLst>
          </p:cNvPr>
          <p:cNvSpPr txBox="1"/>
          <p:nvPr/>
        </p:nvSpPr>
        <p:spPr>
          <a:xfrm>
            <a:off x="10648199" y="6828193"/>
            <a:ext cx="1364800" cy="70788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Calculated Directly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C7F3B8-3928-0E4E-24E1-9298A8BB6905}"/>
              </a:ext>
            </a:extLst>
          </p:cNvPr>
          <p:cNvSpPr txBox="1"/>
          <p:nvPr/>
        </p:nvSpPr>
        <p:spPr>
          <a:xfrm>
            <a:off x="5623155" y="6231477"/>
            <a:ext cx="1461680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Special Case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0186BE5-043D-4B1B-CB0F-DA8D2E78CE7B}"/>
              </a:ext>
            </a:extLst>
          </p:cNvPr>
          <p:cNvCxnSpPr>
            <a:cxnSpLocks/>
          </p:cNvCxnSpPr>
          <p:nvPr/>
        </p:nvCxnSpPr>
        <p:spPr>
          <a:xfrm>
            <a:off x="5114758" y="6050655"/>
            <a:ext cx="0" cy="786671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813A0D4-D3EB-86A4-0F9B-E3872ADBAA35}"/>
              </a:ext>
            </a:extLst>
          </p:cNvPr>
          <p:cNvCxnSpPr>
            <a:cxnSpLocks/>
          </p:cNvCxnSpPr>
          <p:nvPr/>
        </p:nvCxnSpPr>
        <p:spPr>
          <a:xfrm>
            <a:off x="2722003" y="6034872"/>
            <a:ext cx="0" cy="78667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742B47C-9CD9-CF93-3084-F88376781B4D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rot="16200000" flipH="1">
            <a:off x="10347882" y="4707418"/>
            <a:ext cx="984786" cy="267650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F56BAD1-177A-F250-31EB-C90C74D26A50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rot="5400000">
            <a:off x="9087450" y="3714636"/>
            <a:ext cx="984786" cy="2253215"/>
          </a:xfrm>
          <a:prstGeom prst="bentConnector3">
            <a:avLst>
              <a:gd name="adj1" fmla="val 61926"/>
            </a:avLst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6C442D9-31F9-0744-4EA2-42314F1B319F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rot="5400000">
            <a:off x="7732893" y="2360079"/>
            <a:ext cx="984786" cy="4962328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B961652-F850-096A-A7C4-E6C54B254344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rot="5400000">
            <a:off x="6389102" y="1016288"/>
            <a:ext cx="984786" cy="7649910"/>
          </a:xfrm>
          <a:prstGeom prst="bentConnector3">
            <a:avLst>
              <a:gd name="adj1" fmla="val 38074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E1D2BB0-32FF-49CD-BA88-67D8ED0FB5C9}"/>
              </a:ext>
            </a:extLst>
          </p:cNvPr>
          <p:cNvCxnSpPr>
            <a:cxnSpLocks/>
          </p:cNvCxnSpPr>
          <p:nvPr/>
        </p:nvCxnSpPr>
        <p:spPr>
          <a:xfrm rot="5400000">
            <a:off x="9819098" y="5289936"/>
            <a:ext cx="497731" cy="140452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AD16E99-5E4B-97D7-EE16-082A796CEE0B}"/>
              </a:ext>
            </a:extLst>
          </p:cNvPr>
          <p:cNvCxnSpPr>
            <a:cxnSpLocks/>
          </p:cNvCxnSpPr>
          <p:nvPr/>
        </p:nvCxnSpPr>
        <p:spPr>
          <a:xfrm>
            <a:off x="8468722" y="5733746"/>
            <a:ext cx="0" cy="494852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95CD93B-86E2-1328-D023-34A243F81CBD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5346525" y="7021597"/>
            <a:ext cx="276630" cy="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3499725-FEE7-C77C-B77F-0176E30DA0D5}"/>
              </a:ext>
            </a:extLst>
          </p:cNvPr>
          <p:cNvCxnSpPr>
            <a:cxnSpLocks/>
          </p:cNvCxnSpPr>
          <p:nvPr/>
        </p:nvCxnSpPr>
        <p:spPr>
          <a:xfrm>
            <a:off x="6388878" y="6631587"/>
            <a:ext cx="0" cy="196606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8524DA-184F-81D1-88BD-30440E379986}"/>
              </a:ext>
            </a:extLst>
          </p:cNvPr>
          <p:cNvCxnSpPr>
            <a:cxnSpLocks/>
          </p:cNvCxnSpPr>
          <p:nvPr/>
        </p:nvCxnSpPr>
        <p:spPr>
          <a:xfrm>
            <a:off x="6370591" y="6041523"/>
            <a:ext cx="0" cy="189955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F50680B-8048-E5D0-68ED-DB0D66E57776}"/>
              </a:ext>
            </a:extLst>
          </p:cNvPr>
          <p:cNvCxnSpPr>
            <a:cxnSpLocks/>
          </p:cNvCxnSpPr>
          <p:nvPr/>
        </p:nvCxnSpPr>
        <p:spPr>
          <a:xfrm>
            <a:off x="9365702" y="6631588"/>
            <a:ext cx="0" cy="189955"/>
          </a:xfrm>
          <a:prstGeom prst="straightConnector1">
            <a:avLst/>
          </a:prstGeom>
          <a:ln w="2540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38E08D8-832D-19C1-DC00-5C03B4F716EC}"/>
              </a:ext>
            </a:extLst>
          </p:cNvPr>
          <p:cNvCxnSpPr>
            <a:cxnSpLocks/>
          </p:cNvCxnSpPr>
          <p:nvPr/>
        </p:nvCxnSpPr>
        <p:spPr>
          <a:xfrm>
            <a:off x="8468722" y="6631588"/>
            <a:ext cx="0" cy="189955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EB87101-3B26-132A-9429-80101DE48891}"/>
              </a:ext>
            </a:extLst>
          </p:cNvPr>
          <p:cNvCxnSpPr>
            <a:cxnSpLocks/>
          </p:cNvCxnSpPr>
          <p:nvPr/>
        </p:nvCxnSpPr>
        <p:spPr>
          <a:xfrm>
            <a:off x="10793738" y="7536079"/>
            <a:ext cx="0" cy="937168"/>
          </a:xfrm>
          <a:prstGeom prst="straightConnector1">
            <a:avLst/>
          </a:prstGeom>
          <a:ln w="2540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EBDFAB3-54A6-F4EE-14CF-3BA716B379C5}"/>
              </a:ext>
            </a:extLst>
          </p:cNvPr>
          <p:cNvCxnSpPr>
            <a:cxnSpLocks/>
          </p:cNvCxnSpPr>
          <p:nvPr/>
        </p:nvCxnSpPr>
        <p:spPr>
          <a:xfrm>
            <a:off x="11154465" y="5743479"/>
            <a:ext cx="0" cy="1094447"/>
          </a:xfrm>
          <a:prstGeom prst="straightConnector1">
            <a:avLst/>
          </a:prstGeom>
          <a:ln w="2540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3">
            <a:extLst>
              <a:ext uri="{FF2B5EF4-FFF2-40B4-BE49-F238E27FC236}">
                <a16:creationId xmlns:a16="http://schemas.microsoft.com/office/drawing/2014/main" id="{CBF014BD-B87D-4219-73AC-D2664C29CE2D}"/>
              </a:ext>
            </a:extLst>
          </p:cNvPr>
          <p:cNvCxnSpPr>
            <a:cxnSpLocks/>
          </p:cNvCxnSpPr>
          <p:nvPr/>
        </p:nvCxnSpPr>
        <p:spPr>
          <a:xfrm rot="16200000" flipH="1">
            <a:off x="9630235" y="7557423"/>
            <a:ext cx="623917" cy="1191570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7F413AB-738A-44D5-3720-E46F40CBAD59}"/>
              </a:ext>
            </a:extLst>
          </p:cNvPr>
          <p:cNvCxnSpPr>
            <a:cxnSpLocks/>
          </p:cNvCxnSpPr>
          <p:nvPr/>
        </p:nvCxnSpPr>
        <p:spPr>
          <a:xfrm>
            <a:off x="8468722" y="7813549"/>
            <a:ext cx="0" cy="659699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6FEC758-253F-1DD0-0706-0D624C5CF183}"/>
              </a:ext>
            </a:extLst>
          </p:cNvPr>
          <p:cNvCxnSpPr>
            <a:cxnSpLocks/>
          </p:cNvCxnSpPr>
          <p:nvPr/>
        </p:nvCxnSpPr>
        <p:spPr>
          <a:xfrm>
            <a:off x="6388878" y="7228304"/>
            <a:ext cx="0" cy="185135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8B24915-B3D2-F6DC-A377-50D08C384C98}"/>
              </a:ext>
            </a:extLst>
          </p:cNvPr>
          <p:cNvCxnSpPr>
            <a:cxnSpLocks/>
          </p:cNvCxnSpPr>
          <p:nvPr/>
        </p:nvCxnSpPr>
        <p:spPr>
          <a:xfrm>
            <a:off x="3026258" y="7841249"/>
            <a:ext cx="0" cy="63199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62EE5CF-7EE2-9187-A56C-30988646A28B}"/>
              </a:ext>
            </a:extLst>
          </p:cNvPr>
          <p:cNvCxnSpPr>
            <a:cxnSpLocks/>
          </p:cNvCxnSpPr>
          <p:nvPr/>
        </p:nvCxnSpPr>
        <p:spPr>
          <a:xfrm>
            <a:off x="8468722" y="7221653"/>
            <a:ext cx="0" cy="221045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E51F330-3988-20A7-6CC0-4CE5424E1C97}"/>
              </a:ext>
            </a:extLst>
          </p:cNvPr>
          <p:cNvCxnSpPr>
            <a:cxnSpLocks/>
          </p:cNvCxnSpPr>
          <p:nvPr/>
        </p:nvCxnSpPr>
        <p:spPr>
          <a:xfrm>
            <a:off x="9365702" y="7221653"/>
            <a:ext cx="0" cy="221045"/>
          </a:xfrm>
          <a:prstGeom prst="straightConnector1">
            <a:avLst/>
          </a:prstGeom>
          <a:ln w="2540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3AAD6F2-E17F-4AE8-B3C2-153DF773118F}"/>
              </a:ext>
            </a:extLst>
          </p:cNvPr>
          <p:cNvCxnSpPr>
            <a:cxnSpLocks/>
          </p:cNvCxnSpPr>
          <p:nvPr/>
        </p:nvCxnSpPr>
        <p:spPr>
          <a:xfrm>
            <a:off x="6388878" y="7841250"/>
            <a:ext cx="0" cy="659699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40">
            <a:extLst>
              <a:ext uri="{FF2B5EF4-FFF2-40B4-BE49-F238E27FC236}">
                <a16:creationId xmlns:a16="http://schemas.microsoft.com/office/drawing/2014/main" id="{E4F0D342-51B9-F6B7-D42D-4B4C41721FC4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066296" y="4434603"/>
            <a:ext cx="2" cy="2994670"/>
          </a:xfrm>
          <a:prstGeom prst="bentConnector3">
            <a:avLst>
              <a:gd name="adj1" fmla="val -11430000000"/>
            </a:avLst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D0D4917-2348-9990-57A2-5F3C52A77825}"/>
              </a:ext>
            </a:extLst>
          </p:cNvPr>
          <p:cNvSpPr txBox="1"/>
          <p:nvPr/>
        </p:nvSpPr>
        <p:spPr>
          <a:xfrm>
            <a:off x="3446465" y="6231477"/>
            <a:ext cx="1461680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Substitution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F7953C1-13EF-8D06-F9A9-7E66E8F78864}"/>
              </a:ext>
            </a:extLst>
          </p:cNvPr>
          <p:cNvCxnSpPr>
            <a:cxnSpLocks/>
          </p:cNvCxnSpPr>
          <p:nvPr/>
        </p:nvCxnSpPr>
        <p:spPr>
          <a:xfrm>
            <a:off x="3672971" y="6041522"/>
            <a:ext cx="0" cy="187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40CE785-DE0A-9E6B-3746-E0A9FA505282}"/>
              </a:ext>
            </a:extLst>
          </p:cNvPr>
          <p:cNvCxnSpPr>
            <a:cxnSpLocks/>
          </p:cNvCxnSpPr>
          <p:nvPr/>
        </p:nvCxnSpPr>
        <p:spPr>
          <a:xfrm>
            <a:off x="3672971" y="6631587"/>
            <a:ext cx="0" cy="187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0380725-FDF4-29E1-D4E6-F072B9914C77}"/>
              </a:ext>
            </a:extLst>
          </p:cNvPr>
          <p:cNvCxnSpPr>
            <a:cxnSpLocks/>
          </p:cNvCxnSpPr>
          <p:nvPr/>
        </p:nvCxnSpPr>
        <p:spPr>
          <a:xfrm>
            <a:off x="4724936" y="6050655"/>
            <a:ext cx="0" cy="156547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9486254-EEAC-99B9-3FD8-A563DE89F262}"/>
              </a:ext>
            </a:extLst>
          </p:cNvPr>
          <p:cNvCxnSpPr>
            <a:cxnSpLocks/>
          </p:cNvCxnSpPr>
          <p:nvPr/>
        </p:nvCxnSpPr>
        <p:spPr>
          <a:xfrm>
            <a:off x="4724936" y="6662117"/>
            <a:ext cx="0" cy="156547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2">
            <a:extLst>
              <a:ext uri="{FF2B5EF4-FFF2-40B4-BE49-F238E27FC236}">
                <a16:creationId xmlns:a16="http://schemas.microsoft.com/office/drawing/2014/main" id="{46512F5E-7E68-78B0-815D-A7083A8243AC}"/>
              </a:ext>
            </a:extLst>
          </p:cNvPr>
          <p:cNvCxnSpPr>
            <a:cxnSpLocks/>
            <a:stCxn id="53" idx="1"/>
            <a:endCxn id="7" idx="1"/>
          </p:cNvCxnSpPr>
          <p:nvPr/>
        </p:nvCxnSpPr>
        <p:spPr>
          <a:xfrm rot="10800000" flipV="1">
            <a:off x="2080143" y="2178811"/>
            <a:ext cx="12700" cy="6497370"/>
          </a:xfrm>
          <a:prstGeom prst="bentConnector3">
            <a:avLst>
              <a:gd name="adj1" fmla="val 9726606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5E71B75-D36F-52B3-67D1-D2F0262A911A}"/>
              </a:ext>
            </a:extLst>
          </p:cNvPr>
          <p:cNvSpPr txBox="1"/>
          <p:nvPr/>
        </p:nvSpPr>
        <p:spPr>
          <a:xfrm>
            <a:off x="2062822" y="3453704"/>
            <a:ext cx="343988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Clopper Pearson Exact Method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1BEADE-6779-8F04-4A3A-BDCD51DF9475}"/>
              </a:ext>
            </a:extLst>
          </p:cNvPr>
          <p:cNvSpPr txBox="1"/>
          <p:nvPr/>
        </p:nvSpPr>
        <p:spPr>
          <a:xfrm>
            <a:off x="2080141" y="4138694"/>
            <a:ext cx="3663979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Synthesis Random Effects Model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C6AF4D-9639-E2A6-27D2-5676B1707C02}"/>
              </a:ext>
            </a:extLst>
          </p:cNvPr>
          <p:cNvSpPr txBox="1"/>
          <p:nvPr/>
        </p:nvSpPr>
        <p:spPr>
          <a:xfrm>
            <a:off x="5629240" y="310385"/>
            <a:ext cx="2310979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Systematic Review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925DAF1-9C2C-B596-F146-249C00E7A56A}"/>
              </a:ext>
            </a:extLst>
          </p:cNvPr>
          <p:cNvSpPr txBox="1"/>
          <p:nvPr/>
        </p:nvSpPr>
        <p:spPr>
          <a:xfrm>
            <a:off x="5629240" y="1051978"/>
            <a:ext cx="2310979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Information Source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DF03A0-BA0D-E8A2-FE55-ADD2D5A16FD1}"/>
              </a:ext>
            </a:extLst>
          </p:cNvPr>
          <p:cNvSpPr txBox="1"/>
          <p:nvPr/>
        </p:nvSpPr>
        <p:spPr>
          <a:xfrm>
            <a:off x="5623155" y="1972714"/>
            <a:ext cx="2310979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Grouping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566BBC-2B4E-BABB-98AF-ADE1F8C87689}"/>
              </a:ext>
            </a:extLst>
          </p:cNvPr>
          <p:cNvSpPr txBox="1"/>
          <p:nvPr/>
        </p:nvSpPr>
        <p:spPr>
          <a:xfrm>
            <a:off x="9702020" y="1978756"/>
            <a:ext cx="2310979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Selection Process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F9E32D-81C1-19E4-FFE5-5E19DB196EF5}"/>
              </a:ext>
            </a:extLst>
          </p:cNvPr>
          <p:cNvSpPr txBox="1"/>
          <p:nvPr/>
        </p:nvSpPr>
        <p:spPr>
          <a:xfrm>
            <a:off x="2080143" y="1978756"/>
            <a:ext cx="2669678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Data Quality (GRADE)</a:t>
            </a:r>
          </a:p>
        </p:txBody>
      </p:sp>
      <p:cxnSp>
        <p:nvCxnSpPr>
          <p:cNvPr id="54" name="Straight Arrow Connector 86">
            <a:extLst>
              <a:ext uri="{FF2B5EF4-FFF2-40B4-BE49-F238E27FC236}">
                <a16:creationId xmlns:a16="http://schemas.microsoft.com/office/drawing/2014/main" id="{865DCA14-4C5C-AF9D-CC9C-5F3A3E186160}"/>
              </a:ext>
            </a:extLst>
          </p:cNvPr>
          <p:cNvCxnSpPr>
            <a:cxnSpLocks/>
            <a:stCxn id="50" idx="2"/>
            <a:endCxn id="53" idx="0"/>
          </p:cNvCxnSpPr>
          <p:nvPr/>
        </p:nvCxnSpPr>
        <p:spPr>
          <a:xfrm rot="5400000">
            <a:off x="4836522" y="30548"/>
            <a:ext cx="526668" cy="3369748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B3DFA09-1717-6222-37F9-B16C3E3DA9D7}"/>
              </a:ext>
            </a:extLst>
          </p:cNvPr>
          <p:cNvCxnSpPr>
            <a:cxnSpLocks/>
            <a:stCxn id="50" idx="2"/>
            <a:endCxn id="51" idx="0"/>
          </p:cNvCxnSpPr>
          <p:nvPr/>
        </p:nvCxnSpPr>
        <p:spPr>
          <a:xfrm flipH="1">
            <a:off x="6778645" y="1452088"/>
            <a:ext cx="6085" cy="52062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92">
            <a:extLst>
              <a:ext uri="{FF2B5EF4-FFF2-40B4-BE49-F238E27FC236}">
                <a16:creationId xmlns:a16="http://schemas.microsoft.com/office/drawing/2014/main" id="{8A0D2BE5-FED2-23C2-3178-7F1C4EDBBD81}"/>
              </a:ext>
            </a:extLst>
          </p:cNvPr>
          <p:cNvCxnSpPr>
            <a:cxnSpLocks/>
            <a:stCxn id="50" idx="2"/>
            <a:endCxn id="52" idx="0"/>
          </p:cNvCxnSpPr>
          <p:nvPr/>
        </p:nvCxnSpPr>
        <p:spPr>
          <a:xfrm rot="16200000" flipH="1">
            <a:off x="8557786" y="-320968"/>
            <a:ext cx="526668" cy="4072780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FF6E4A7-5FFE-FC74-B1C7-99A851928843}"/>
              </a:ext>
            </a:extLst>
          </p:cNvPr>
          <p:cNvCxnSpPr>
            <a:cxnSpLocks/>
          </p:cNvCxnSpPr>
          <p:nvPr/>
        </p:nvCxnSpPr>
        <p:spPr>
          <a:xfrm>
            <a:off x="3223858" y="3188595"/>
            <a:ext cx="0" cy="2651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17AE9B5-0A1B-0550-DD69-513287AE933C}"/>
              </a:ext>
            </a:extLst>
          </p:cNvPr>
          <p:cNvCxnSpPr>
            <a:cxnSpLocks/>
          </p:cNvCxnSpPr>
          <p:nvPr/>
        </p:nvCxnSpPr>
        <p:spPr>
          <a:xfrm>
            <a:off x="3223858" y="3853814"/>
            <a:ext cx="0" cy="29498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4B3B020-F279-299F-E4EE-8302410D279E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>
            <a:off x="6784730" y="710495"/>
            <a:ext cx="0" cy="34148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2">
            <a:extLst>
              <a:ext uri="{FF2B5EF4-FFF2-40B4-BE49-F238E27FC236}">
                <a16:creationId xmlns:a16="http://schemas.microsoft.com/office/drawing/2014/main" id="{E8648278-D152-0D18-5BE5-0C333BA06C63}"/>
              </a:ext>
            </a:extLst>
          </p:cNvPr>
          <p:cNvCxnSpPr>
            <a:cxnSpLocks/>
            <a:stCxn id="53" idx="1"/>
          </p:cNvCxnSpPr>
          <p:nvPr/>
        </p:nvCxnSpPr>
        <p:spPr>
          <a:xfrm rot="10800000" flipV="1">
            <a:off x="2080143" y="2178810"/>
            <a:ext cx="12700" cy="2034417"/>
          </a:xfrm>
          <a:prstGeom prst="bentConnector4">
            <a:avLst>
              <a:gd name="adj1" fmla="val 3154126"/>
              <a:gd name="adj2" fmla="val 99864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2">
            <a:extLst>
              <a:ext uri="{FF2B5EF4-FFF2-40B4-BE49-F238E27FC236}">
                <a16:creationId xmlns:a16="http://schemas.microsoft.com/office/drawing/2014/main" id="{F9EE5BEE-6982-4314-367F-1085AB8AC2DB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064229" y="4327543"/>
            <a:ext cx="22264" cy="3274744"/>
          </a:xfrm>
          <a:prstGeom prst="bentConnector4">
            <a:avLst>
              <a:gd name="adj1" fmla="val -2496277"/>
              <a:gd name="adj2" fmla="val 99934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456235B-34B7-E9CC-1B25-DE895A9F741F}"/>
              </a:ext>
            </a:extLst>
          </p:cNvPr>
          <p:cNvCxnSpPr>
            <a:cxnSpLocks/>
            <a:stCxn id="63" idx="1"/>
            <a:endCxn id="5" idx="3"/>
          </p:cNvCxnSpPr>
          <p:nvPr/>
        </p:nvCxnSpPr>
        <p:spPr>
          <a:xfrm flipH="1" flipV="1">
            <a:off x="4379348" y="2979031"/>
            <a:ext cx="3286282" cy="63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9A45100-C8B9-0221-177C-742499FAF1D2}"/>
              </a:ext>
            </a:extLst>
          </p:cNvPr>
          <p:cNvSpPr txBox="1"/>
          <p:nvPr/>
        </p:nvSpPr>
        <p:spPr>
          <a:xfrm>
            <a:off x="7665630" y="2785325"/>
            <a:ext cx="2310979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0"/>
              </a:rPr>
              <a:t>Outcomes</a:t>
            </a:r>
          </a:p>
        </p:txBody>
      </p:sp>
      <p:cxnSp>
        <p:nvCxnSpPr>
          <p:cNvPr id="64" name="Straight Arrow Connector 270">
            <a:extLst>
              <a:ext uri="{FF2B5EF4-FFF2-40B4-BE49-F238E27FC236}">
                <a16:creationId xmlns:a16="http://schemas.microsoft.com/office/drawing/2014/main" id="{D960A613-9554-C53F-2E31-041323C018B8}"/>
              </a:ext>
            </a:extLst>
          </p:cNvPr>
          <p:cNvCxnSpPr>
            <a:cxnSpLocks/>
            <a:stCxn id="63" idx="2"/>
            <a:endCxn id="9" idx="0"/>
          </p:cNvCxnSpPr>
          <p:nvPr/>
        </p:nvCxnSpPr>
        <p:spPr>
          <a:xfrm rot="16200000" flipH="1">
            <a:off x="9382133" y="2624422"/>
            <a:ext cx="763305" cy="1885330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273">
            <a:extLst>
              <a:ext uri="{FF2B5EF4-FFF2-40B4-BE49-F238E27FC236}">
                <a16:creationId xmlns:a16="http://schemas.microsoft.com/office/drawing/2014/main" id="{B99106C3-FB91-F686-6BBA-AE680A8A5986}"/>
              </a:ext>
            </a:extLst>
          </p:cNvPr>
          <p:cNvCxnSpPr>
            <a:cxnSpLocks/>
            <a:stCxn id="51" idx="2"/>
            <a:endCxn id="63" idx="0"/>
          </p:cNvCxnSpPr>
          <p:nvPr/>
        </p:nvCxnSpPr>
        <p:spPr>
          <a:xfrm rot="16200000" flipH="1">
            <a:off x="7593632" y="1557836"/>
            <a:ext cx="412501" cy="204247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276">
            <a:extLst>
              <a:ext uri="{FF2B5EF4-FFF2-40B4-BE49-F238E27FC236}">
                <a16:creationId xmlns:a16="http://schemas.microsoft.com/office/drawing/2014/main" id="{00C4DB56-CB98-45E9-AEB5-0C736098F526}"/>
              </a:ext>
            </a:extLst>
          </p:cNvPr>
          <p:cNvCxnSpPr>
            <a:cxnSpLocks/>
            <a:stCxn id="52" idx="2"/>
            <a:endCxn id="63" idx="0"/>
          </p:cNvCxnSpPr>
          <p:nvPr/>
        </p:nvCxnSpPr>
        <p:spPr>
          <a:xfrm rot="5400000">
            <a:off x="9636086" y="1563900"/>
            <a:ext cx="406459" cy="2036390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670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EC6EF60-67B1-D04C-F9B4-AA40AABEF19F}"/>
              </a:ext>
            </a:extLst>
          </p:cNvPr>
          <p:cNvSpPr/>
          <p:nvPr/>
        </p:nvSpPr>
        <p:spPr>
          <a:xfrm>
            <a:off x="6695112" y="1453515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48BF83-1DC7-9D68-129E-03061F039AA6}"/>
              </a:ext>
            </a:extLst>
          </p:cNvPr>
          <p:cNvSpPr txBox="1"/>
          <p:nvPr/>
        </p:nvSpPr>
        <p:spPr>
          <a:xfrm>
            <a:off x="6393151" y="2209033"/>
            <a:ext cx="1742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Impute censored points calculate new distribution parameters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98F465-64DC-C8F6-43FE-55977ECE5C3F}"/>
              </a:ext>
            </a:extLst>
          </p:cNvPr>
          <p:cNvSpPr txBox="1"/>
          <p:nvPr/>
        </p:nvSpPr>
        <p:spPr>
          <a:xfrm>
            <a:off x="8397780" y="2209033"/>
            <a:ext cx="174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Repeat 10000 times to find average distribution parameters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9C45FBAA-DABD-4BB8-8540-E3647B697C07}"/>
              </a:ext>
            </a:extLst>
          </p:cNvPr>
          <p:cNvSpPr/>
          <p:nvPr/>
        </p:nvSpPr>
        <p:spPr>
          <a:xfrm>
            <a:off x="6099187" y="1669248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EB136DF7-E4FA-34C2-C13A-C262C52B5772}"/>
              </a:ext>
            </a:extLst>
          </p:cNvPr>
          <p:cNvSpPr/>
          <p:nvPr/>
        </p:nvSpPr>
        <p:spPr>
          <a:xfrm>
            <a:off x="7973732" y="1672041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ED2CF21-C625-9D30-37F1-12D2357F4D84}"/>
              </a:ext>
            </a:extLst>
          </p:cNvPr>
          <p:cNvSpPr/>
          <p:nvPr/>
        </p:nvSpPr>
        <p:spPr>
          <a:xfrm>
            <a:off x="6877976" y="1623918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56F3F03-6F67-FFDF-33B9-FAE0DFBA7F8E}"/>
              </a:ext>
            </a:extLst>
          </p:cNvPr>
          <p:cNvSpPr/>
          <p:nvPr/>
        </p:nvSpPr>
        <p:spPr>
          <a:xfrm>
            <a:off x="7309776" y="2053178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996BCE0-971A-1E6F-A6B6-B82B55F36B57}"/>
              </a:ext>
            </a:extLst>
          </p:cNvPr>
          <p:cNvSpPr/>
          <p:nvPr/>
        </p:nvSpPr>
        <p:spPr>
          <a:xfrm>
            <a:off x="6933005" y="179409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3D09F1C-D582-5A55-965D-CC56A5B91208}"/>
              </a:ext>
            </a:extLst>
          </p:cNvPr>
          <p:cNvSpPr/>
          <p:nvPr/>
        </p:nvSpPr>
        <p:spPr>
          <a:xfrm>
            <a:off x="6832257" y="1839816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2B89A3A-48F4-F1B2-8A55-A0C3B3031E08}"/>
              </a:ext>
            </a:extLst>
          </p:cNvPr>
          <p:cNvSpPr/>
          <p:nvPr/>
        </p:nvSpPr>
        <p:spPr>
          <a:xfrm>
            <a:off x="6996508" y="1956237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C7E6060-A403-480D-80E8-CD333DC6AA71}"/>
              </a:ext>
            </a:extLst>
          </p:cNvPr>
          <p:cNvSpPr/>
          <p:nvPr/>
        </p:nvSpPr>
        <p:spPr>
          <a:xfrm>
            <a:off x="6786537" y="2030318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707E079-A875-FED1-D73A-22E82B7A271E}"/>
              </a:ext>
            </a:extLst>
          </p:cNvPr>
          <p:cNvSpPr/>
          <p:nvPr/>
        </p:nvSpPr>
        <p:spPr>
          <a:xfrm>
            <a:off x="7042227" y="2076037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F4A22C0-3572-0025-C84B-08CAB245035E}"/>
              </a:ext>
            </a:extLst>
          </p:cNvPr>
          <p:cNvSpPr/>
          <p:nvPr/>
        </p:nvSpPr>
        <p:spPr>
          <a:xfrm>
            <a:off x="3545258" y="1951206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A8BE2E-E9A2-B192-953F-8E13A38D2D7D}"/>
              </a:ext>
            </a:extLst>
          </p:cNvPr>
          <p:cNvSpPr/>
          <p:nvPr/>
        </p:nvSpPr>
        <p:spPr>
          <a:xfrm>
            <a:off x="3168487" y="1685208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4C6E3A2-824C-B85E-6F12-8FCF23007951}"/>
              </a:ext>
            </a:extLst>
          </p:cNvPr>
          <p:cNvSpPr/>
          <p:nvPr/>
        </p:nvSpPr>
        <p:spPr>
          <a:xfrm>
            <a:off x="3231990" y="1847348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53683BE-091F-D139-0592-C02AB394A041}"/>
              </a:ext>
            </a:extLst>
          </p:cNvPr>
          <p:cNvSpPr/>
          <p:nvPr/>
        </p:nvSpPr>
        <p:spPr>
          <a:xfrm>
            <a:off x="3277709" y="1974065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68C44F6B-E86C-9F6C-989A-7D37FAB47667}"/>
              </a:ext>
            </a:extLst>
          </p:cNvPr>
          <p:cNvSpPr/>
          <p:nvPr/>
        </p:nvSpPr>
        <p:spPr>
          <a:xfrm rot="16200000">
            <a:off x="2937909" y="2013699"/>
            <a:ext cx="174533" cy="18621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8AA263-962A-55B2-B66B-CE5E0C08DFF3}"/>
              </a:ext>
            </a:extLst>
          </p:cNvPr>
          <p:cNvCxnSpPr>
            <a:cxnSpLocks/>
          </p:cNvCxnSpPr>
          <p:nvPr/>
        </p:nvCxnSpPr>
        <p:spPr>
          <a:xfrm flipV="1">
            <a:off x="2935272" y="1537088"/>
            <a:ext cx="0" cy="48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070066F-591E-E7BA-245B-EB9C2730EB5D}"/>
              </a:ext>
            </a:extLst>
          </p:cNvPr>
          <p:cNvCxnSpPr>
            <a:cxnSpLocks/>
          </p:cNvCxnSpPr>
          <p:nvPr/>
        </p:nvCxnSpPr>
        <p:spPr>
          <a:xfrm flipH="1" flipV="1">
            <a:off x="3112304" y="1537088"/>
            <a:ext cx="6364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0BE20E7-4947-0EB8-1859-DE91D964F797}"/>
              </a:ext>
            </a:extLst>
          </p:cNvPr>
          <p:cNvSpPr txBox="1"/>
          <p:nvPr/>
        </p:nvSpPr>
        <p:spPr>
          <a:xfrm rot="16200000">
            <a:off x="2650404" y="1665189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</a:rPr>
              <a:t>censored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88D4C15D-56B2-516A-1E90-8BA18BFA7E21}"/>
              </a:ext>
            </a:extLst>
          </p:cNvPr>
          <p:cNvSpPr/>
          <p:nvPr/>
        </p:nvSpPr>
        <p:spPr>
          <a:xfrm>
            <a:off x="4716369" y="1441367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7688BC1-A287-B8EA-13AD-81C1A9AC3E26}"/>
              </a:ext>
            </a:extLst>
          </p:cNvPr>
          <p:cNvSpPr/>
          <p:nvPr/>
        </p:nvSpPr>
        <p:spPr>
          <a:xfrm>
            <a:off x="5326371" y="204712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B271CB7-E1B4-5FFB-B38C-05E51F0A314C}"/>
              </a:ext>
            </a:extLst>
          </p:cNvPr>
          <p:cNvSpPr/>
          <p:nvPr/>
        </p:nvSpPr>
        <p:spPr>
          <a:xfrm>
            <a:off x="4949600" y="178194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1F817F2-72E2-EE1E-61F7-1AE59543587B}"/>
              </a:ext>
            </a:extLst>
          </p:cNvPr>
          <p:cNvSpPr/>
          <p:nvPr/>
        </p:nvSpPr>
        <p:spPr>
          <a:xfrm>
            <a:off x="5013103" y="194408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768E84A1-F552-FEB9-988D-B4AAD75B0670}"/>
              </a:ext>
            </a:extLst>
          </p:cNvPr>
          <p:cNvSpPr/>
          <p:nvPr/>
        </p:nvSpPr>
        <p:spPr>
          <a:xfrm>
            <a:off x="5058822" y="206388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Left Brace 67">
            <a:extLst>
              <a:ext uri="{FF2B5EF4-FFF2-40B4-BE49-F238E27FC236}">
                <a16:creationId xmlns:a16="http://schemas.microsoft.com/office/drawing/2014/main" id="{50E81284-1FF3-9D6D-F8D4-148536DC237D}"/>
              </a:ext>
            </a:extLst>
          </p:cNvPr>
          <p:cNvSpPr/>
          <p:nvPr/>
        </p:nvSpPr>
        <p:spPr>
          <a:xfrm rot="16200000">
            <a:off x="4759308" y="2029942"/>
            <a:ext cx="174533" cy="18621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EBBDB03-15B7-89FA-AA50-FCE40EEA35BC}"/>
              </a:ext>
            </a:extLst>
          </p:cNvPr>
          <p:cNvCxnSpPr>
            <a:cxnSpLocks/>
          </p:cNvCxnSpPr>
          <p:nvPr/>
        </p:nvCxnSpPr>
        <p:spPr>
          <a:xfrm flipV="1">
            <a:off x="4756671" y="1553331"/>
            <a:ext cx="0" cy="48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2CFEF6C-601D-B450-A336-D3078A7DF0FC}"/>
              </a:ext>
            </a:extLst>
          </p:cNvPr>
          <p:cNvCxnSpPr>
            <a:cxnSpLocks/>
          </p:cNvCxnSpPr>
          <p:nvPr/>
        </p:nvCxnSpPr>
        <p:spPr>
          <a:xfrm flipH="1" flipV="1">
            <a:off x="4933703" y="1553331"/>
            <a:ext cx="6364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187D3D6D-B53E-E4E6-CDBE-CBE73E2B8BB2}"/>
              </a:ext>
            </a:extLst>
          </p:cNvPr>
          <p:cNvSpPr txBox="1"/>
          <p:nvPr/>
        </p:nvSpPr>
        <p:spPr>
          <a:xfrm rot="16200000">
            <a:off x="4471803" y="1681432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</a:rPr>
              <a:t>censored</a:t>
            </a: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2D552008-6EDB-8E94-75F1-4A00F222543B}"/>
              </a:ext>
            </a:extLst>
          </p:cNvPr>
          <p:cNvSpPr/>
          <p:nvPr/>
        </p:nvSpPr>
        <p:spPr>
          <a:xfrm>
            <a:off x="4196268" y="1672041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644EF15-6478-73C2-1F59-44974D4E064F}"/>
              </a:ext>
            </a:extLst>
          </p:cNvPr>
          <p:cNvSpPr txBox="1"/>
          <p:nvPr/>
        </p:nvSpPr>
        <p:spPr>
          <a:xfrm>
            <a:off x="4510868" y="2209033"/>
            <a:ext cx="1620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Fit distribution using maximum likelihood</a:t>
            </a:r>
          </a:p>
          <a:p>
            <a:endParaRPr lang="en-US" sz="12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184687E-7E12-7A12-3345-F206A8A7E091}"/>
              </a:ext>
            </a:extLst>
          </p:cNvPr>
          <p:cNvSpPr txBox="1"/>
          <p:nvPr/>
        </p:nvSpPr>
        <p:spPr>
          <a:xfrm>
            <a:off x="2628585" y="2209033"/>
            <a:ext cx="1620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Dataset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86166C2F-91A6-2A4E-9FD6-EF5E52E88FE1}"/>
              </a:ext>
            </a:extLst>
          </p:cNvPr>
          <p:cNvSpPr txBox="1"/>
          <p:nvPr/>
        </p:nvSpPr>
        <p:spPr>
          <a:xfrm>
            <a:off x="2715512" y="955977"/>
            <a:ext cx="1949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Samples Censored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AE6AC8A6-8CE8-4962-D789-E97CADBFC190}"/>
              </a:ext>
            </a:extLst>
          </p:cNvPr>
          <p:cNvSpPr txBox="1"/>
          <p:nvPr/>
        </p:nvSpPr>
        <p:spPr>
          <a:xfrm>
            <a:off x="4742662" y="961750"/>
            <a:ext cx="1153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MLE - NM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990C319-FF0E-5705-9B73-B1A1E795B787}"/>
              </a:ext>
            </a:extLst>
          </p:cNvPr>
          <p:cNvSpPr txBox="1"/>
          <p:nvPr/>
        </p:nvSpPr>
        <p:spPr>
          <a:xfrm>
            <a:off x="7123341" y="969018"/>
            <a:ext cx="2143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Monte Carlo Method</a:t>
            </a: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903EFF07-457F-45FE-BF11-031ECE4B089B}"/>
              </a:ext>
            </a:extLst>
          </p:cNvPr>
          <p:cNvSpPr/>
          <p:nvPr/>
        </p:nvSpPr>
        <p:spPr>
          <a:xfrm>
            <a:off x="6939779" y="1794097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DA073272-0D71-CA09-1A7E-DCED45F15602}"/>
              </a:ext>
            </a:extLst>
          </p:cNvPr>
          <p:cNvSpPr/>
          <p:nvPr/>
        </p:nvSpPr>
        <p:spPr>
          <a:xfrm>
            <a:off x="5333145" y="2047126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DD74E25B-FF18-558C-9E04-2ACC0A77CF07}"/>
              </a:ext>
            </a:extLst>
          </p:cNvPr>
          <p:cNvSpPr/>
          <p:nvPr/>
        </p:nvSpPr>
        <p:spPr>
          <a:xfrm>
            <a:off x="4956374" y="1781949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6746CCFB-71D0-032A-9460-F42312670043}"/>
              </a:ext>
            </a:extLst>
          </p:cNvPr>
          <p:cNvSpPr/>
          <p:nvPr/>
        </p:nvSpPr>
        <p:spPr>
          <a:xfrm>
            <a:off x="5019877" y="1944089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ED1A9A7A-ABBC-B374-B5B5-07B15F144ADC}"/>
              </a:ext>
            </a:extLst>
          </p:cNvPr>
          <p:cNvSpPr/>
          <p:nvPr/>
        </p:nvSpPr>
        <p:spPr>
          <a:xfrm>
            <a:off x="5065596" y="2063889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Freeform: Shape 225">
            <a:extLst>
              <a:ext uri="{FF2B5EF4-FFF2-40B4-BE49-F238E27FC236}">
                <a16:creationId xmlns:a16="http://schemas.microsoft.com/office/drawing/2014/main" id="{2D26ED3D-CF2E-1383-11FB-055F4E53F1A8}"/>
              </a:ext>
            </a:extLst>
          </p:cNvPr>
          <p:cNvSpPr/>
          <p:nvPr/>
        </p:nvSpPr>
        <p:spPr>
          <a:xfrm>
            <a:off x="6701728" y="3059207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C87CBB21-07A3-A707-13F6-26E1F524F60D}"/>
              </a:ext>
            </a:extLst>
          </p:cNvPr>
          <p:cNvSpPr txBox="1"/>
          <p:nvPr/>
        </p:nvSpPr>
        <p:spPr>
          <a:xfrm>
            <a:off x="6393151" y="3800525"/>
            <a:ext cx="1742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Impute censored points calculate new distribution parameters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83DC97C6-F64E-2157-53A6-BBCE24C6C7BD}"/>
              </a:ext>
            </a:extLst>
          </p:cNvPr>
          <p:cNvSpPr txBox="1"/>
          <p:nvPr/>
        </p:nvSpPr>
        <p:spPr>
          <a:xfrm>
            <a:off x="8397780" y="3800525"/>
            <a:ext cx="174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Repeat 10000 times to find average distribution parameters</a:t>
            </a:r>
          </a:p>
        </p:txBody>
      </p:sp>
      <p:sp>
        <p:nvSpPr>
          <p:cNvPr id="229" name="Arrow: Right 228">
            <a:extLst>
              <a:ext uri="{FF2B5EF4-FFF2-40B4-BE49-F238E27FC236}">
                <a16:creationId xmlns:a16="http://schemas.microsoft.com/office/drawing/2014/main" id="{4B39AA23-E912-CFD6-775F-E7902DB85EC3}"/>
              </a:ext>
            </a:extLst>
          </p:cNvPr>
          <p:cNvSpPr/>
          <p:nvPr/>
        </p:nvSpPr>
        <p:spPr>
          <a:xfrm>
            <a:off x="6099187" y="3305543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Arrow: Right 229">
            <a:extLst>
              <a:ext uri="{FF2B5EF4-FFF2-40B4-BE49-F238E27FC236}">
                <a16:creationId xmlns:a16="http://schemas.microsoft.com/office/drawing/2014/main" id="{4EEE2327-83B9-3F85-9DC3-F200DE338AA6}"/>
              </a:ext>
            </a:extLst>
          </p:cNvPr>
          <p:cNvSpPr/>
          <p:nvPr/>
        </p:nvSpPr>
        <p:spPr>
          <a:xfrm>
            <a:off x="7948443" y="3308336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005E3D8C-1BB8-6AE8-0DBA-CAE8D425DE6B}"/>
              </a:ext>
            </a:extLst>
          </p:cNvPr>
          <p:cNvSpPr/>
          <p:nvPr/>
        </p:nvSpPr>
        <p:spPr>
          <a:xfrm>
            <a:off x="6884592" y="3229610"/>
            <a:ext cx="45719" cy="4571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C233A165-4B3F-BCE6-E717-3A5BAEE63BB1}"/>
              </a:ext>
            </a:extLst>
          </p:cNvPr>
          <p:cNvSpPr/>
          <p:nvPr/>
        </p:nvSpPr>
        <p:spPr>
          <a:xfrm>
            <a:off x="7316392" y="3658870"/>
            <a:ext cx="45719" cy="45719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BE764EA9-D44E-1CDD-C12A-3DE6D4D318DC}"/>
              </a:ext>
            </a:extLst>
          </p:cNvPr>
          <p:cNvSpPr/>
          <p:nvPr/>
        </p:nvSpPr>
        <p:spPr>
          <a:xfrm>
            <a:off x="6838873" y="3445508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B124C1AF-CECF-5BA7-4004-C0310C34FF8D}"/>
              </a:ext>
            </a:extLst>
          </p:cNvPr>
          <p:cNvSpPr/>
          <p:nvPr/>
        </p:nvSpPr>
        <p:spPr>
          <a:xfrm>
            <a:off x="7017403" y="3566849"/>
            <a:ext cx="45719" cy="45719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E0943751-7EDA-778F-90B4-CC9095817580}"/>
              </a:ext>
            </a:extLst>
          </p:cNvPr>
          <p:cNvSpPr/>
          <p:nvPr/>
        </p:nvSpPr>
        <p:spPr>
          <a:xfrm>
            <a:off x="6793153" y="3636010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2582ECBA-29C8-4EB5-BEC0-11D77791676A}"/>
              </a:ext>
            </a:extLst>
          </p:cNvPr>
          <p:cNvSpPr/>
          <p:nvPr/>
        </p:nvSpPr>
        <p:spPr>
          <a:xfrm>
            <a:off x="7048843" y="3681729"/>
            <a:ext cx="45719" cy="45719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Left Brace 241">
            <a:extLst>
              <a:ext uri="{FF2B5EF4-FFF2-40B4-BE49-F238E27FC236}">
                <a16:creationId xmlns:a16="http://schemas.microsoft.com/office/drawing/2014/main" id="{91EB0AD9-3ECB-725A-8708-13E8E5357575}"/>
              </a:ext>
            </a:extLst>
          </p:cNvPr>
          <p:cNvSpPr/>
          <p:nvPr/>
        </p:nvSpPr>
        <p:spPr>
          <a:xfrm rot="16200000">
            <a:off x="2912620" y="3649994"/>
            <a:ext cx="174533" cy="18621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D47C9012-5E4D-F308-D718-1444947523A4}"/>
              </a:ext>
            </a:extLst>
          </p:cNvPr>
          <p:cNvCxnSpPr>
            <a:cxnSpLocks/>
          </p:cNvCxnSpPr>
          <p:nvPr/>
        </p:nvCxnSpPr>
        <p:spPr>
          <a:xfrm flipV="1">
            <a:off x="2907125" y="3173383"/>
            <a:ext cx="0" cy="48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00D37FAF-66AE-7CDB-F670-6C5E6D8CCFC2}"/>
              </a:ext>
            </a:extLst>
          </p:cNvPr>
          <p:cNvCxnSpPr>
            <a:cxnSpLocks/>
          </p:cNvCxnSpPr>
          <p:nvPr/>
        </p:nvCxnSpPr>
        <p:spPr>
          <a:xfrm flipV="1">
            <a:off x="3093379" y="3173383"/>
            <a:ext cx="0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TextBox 244">
            <a:extLst>
              <a:ext uri="{FF2B5EF4-FFF2-40B4-BE49-F238E27FC236}">
                <a16:creationId xmlns:a16="http://schemas.microsoft.com/office/drawing/2014/main" id="{5F997D23-F5A4-80E7-D48F-05C5EE3F8670}"/>
              </a:ext>
            </a:extLst>
          </p:cNvPr>
          <p:cNvSpPr txBox="1"/>
          <p:nvPr/>
        </p:nvSpPr>
        <p:spPr>
          <a:xfrm rot="16200000">
            <a:off x="2632638" y="3309679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</a:rPr>
              <a:t>censored</a:t>
            </a:r>
          </a:p>
        </p:txBody>
      </p:sp>
      <p:sp>
        <p:nvSpPr>
          <p:cNvPr id="246" name="Freeform: Shape 245">
            <a:extLst>
              <a:ext uri="{FF2B5EF4-FFF2-40B4-BE49-F238E27FC236}">
                <a16:creationId xmlns:a16="http://schemas.microsoft.com/office/drawing/2014/main" id="{33CD25AE-AAFF-28D5-D56D-255E8010FC8C}"/>
              </a:ext>
            </a:extLst>
          </p:cNvPr>
          <p:cNvSpPr/>
          <p:nvPr/>
        </p:nvSpPr>
        <p:spPr>
          <a:xfrm>
            <a:off x="4766691" y="3085670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Arrow: Right 254">
            <a:extLst>
              <a:ext uri="{FF2B5EF4-FFF2-40B4-BE49-F238E27FC236}">
                <a16:creationId xmlns:a16="http://schemas.microsoft.com/office/drawing/2014/main" id="{0F2C5DCF-169B-3718-5963-8FC7EE65426E}"/>
              </a:ext>
            </a:extLst>
          </p:cNvPr>
          <p:cNvSpPr/>
          <p:nvPr/>
        </p:nvSpPr>
        <p:spPr>
          <a:xfrm>
            <a:off x="4196268" y="3308336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ADEC10A0-25BA-74BE-860A-788B6C339F2B}"/>
              </a:ext>
            </a:extLst>
          </p:cNvPr>
          <p:cNvSpPr txBox="1"/>
          <p:nvPr/>
        </p:nvSpPr>
        <p:spPr>
          <a:xfrm>
            <a:off x="4510868" y="3800525"/>
            <a:ext cx="1620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Fit distribution using maximum likelihood</a:t>
            </a:r>
          </a:p>
          <a:p>
            <a:endParaRPr lang="en-US" sz="12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45EB2BEB-3CA4-9515-260F-885E221DF524}"/>
              </a:ext>
            </a:extLst>
          </p:cNvPr>
          <p:cNvSpPr txBox="1"/>
          <p:nvPr/>
        </p:nvSpPr>
        <p:spPr>
          <a:xfrm>
            <a:off x="2628585" y="3800525"/>
            <a:ext cx="1620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Dataset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4B8FF4B6-6F3A-B387-C146-45AA858D4EBF}"/>
              </a:ext>
            </a:extLst>
          </p:cNvPr>
          <p:cNvSpPr txBox="1"/>
          <p:nvPr/>
        </p:nvSpPr>
        <p:spPr>
          <a:xfrm>
            <a:off x="2715512" y="2737087"/>
            <a:ext cx="1871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Semiquantitative</a:t>
            </a:r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726DDCC9-DCB0-2F57-9A60-14F7255CCECC}"/>
              </a:ext>
            </a:extLst>
          </p:cNvPr>
          <p:cNvSpPr/>
          <p:nvPr/>
        </p:nvSpPr>
        <p:spPr>
          <a:xfrm>
            <a:off x="6936995" y="3396837"/>
            <a:ext cx="45719" cy="4571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C5D15F32-8AFE-0401-C344-334054B6E44A}"/>
              </a:ext>
            </a:extLst>
          </p:cNvPr>
          <p:cNvCxnSpPr>
            <a:cxnSpLocks/>
          </p:cNvCxnSpPr>
          <p:nvPr/>
        </p:nvCxnSpPr>
        <p:spPr>
          <a:xfrm flipV="1">
            <a:off x="3092994" y="3173383"/>
            <a:ext cx="0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Left Brace 281">
            <a:extLst>
              <a:ext uri="{FF2B5EF4-FFF2-40B4-BE49-F238E27FC236}">
                <a16:creationId xmlns:a16="http://schemas.microsoft.com/office/drawing/2014/main" id="{283A69C2-970F-C562-02A2-021BC06BE819}"/>
              </a:ext>
            </a:extLst>
          </p:cNvPr>
          <p:cNvSpPr/>
          <p:nvPr/>
        </p:nvSpPr>
        <p:spPr>
          <a:xfrm rot="16200000">
            <a:off x="3101986" y="3648743"/>
            <a:ext cx="174533" cy="18621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B52413C7-C7BA-E516-450B-BAD1D3C1462B}"/>
              </a:ext>
            </a:extLst>
          </p:cNvPr>
          <p:cNvCxnSpPr>
            <a:cxnSpLocks/>
          </p:cNvCxnSpPr>
          <p:nvPr/>
        </p:nvCxnSpPr>
        <p:spPr>
          <a:xfrm flipV="1">
            <a:off x="3096491" y="3172132"/>
            <a:ext cx="0" cy="48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301AE1CA-136C-0883-54C1-EE2030B051DD}"/>
              </a:ext>
            </a:extLst>
          </p:cNvPr>
          <p:cNvCxnSpPr>
            <a:cxnSpLocks/>
          </p:cNvCxnSpPr>
          <p:nvPr/>
        </p:nvCxnSpPr>
        <p:spPr>
          <a:xfrm flipV="1">
            <a:off x="3282745" y="3172132"/>
            <a:ext cx="0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TextBox 284">
            <a:extLst>
              <a:ext uri="{FF2B5EF4-FFF2-40B4-BE49-F238E27FC236}">
                <a16:creationId xmlns:a16="http://schemas.microsoft.com/office/drawing/2014/main" id="{8DD9C868-A674-0B87-B980-36FEBA9C0446}"/>
              </a:ext>
            </a:extLst>
          </p:cNvPr>
          <p:cNvSpPr txBox="1"/>
          <p:nvPr/>
        </p:nvSpPr>
        <p:spPr>
          <a:xfrm rot="16200000">
            <a:off x="2822004" y="3308428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censored</a:t>
            </a:r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C9E82634-0561-33E6-110F-F73661D3E29F}"/>
              </a:ext>
            </a:extLst>
          </p:cNvPr>
          <p:cNvCxnSpPr>
            <a:cxnSpLocks/>
          </p:cNvCxnSpPr>
          <p:nvPr/>
        </p:nvCxnSpPr>
        <p:spPr>
          <a:xfrm flipV="1">
            <a:off x="3282360" y="3172132"/>
            <a:ext cx="0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Left Brace 286">
            <a:extLst>
              <a:ext uri="{FF2B5EF4-FFF2-40B4-BE49-F238E27FC236}">
                <a16:creationId xmlns:a16="http://schemas.microsoft.com/office/drawing/2014/main" id="{9AA2C9F1-6764-D7DB-9BD4-0CF81FB109D7}"/>
              </a:ext>
            </a:extLst>
          </p:cNvPr>
          <p:cNvSpPr/>
          <p:nvPr/>
        </p:nvSpPr>
        <p:spPr>
          <a:xfrm rot="16200000">
            <a:off x="3290922" y="3649993"/>
            <a:ext cx="174533" cy="18621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39CC7A47-6C87-EF47-8779-8B6AC5F47CE0}"/>
              </a:ext>
            </a:extLst>
          </p:cNvPr>
          <p:cNvCxnSpPr>
            <a:cxnSpLocks/>
          </p:cNvCxnSpPr>
          <p:nvPr/>
        </p:nvCxnSpPr>
        <p:spPr>
          <a:xfrm flipV="1">
            <a:off x="3285427" y="3173382"/>
            <a:ext cx="0" cy="48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9297DECF-C974-6CD5-76F3-894240D87ACB}"/>
              </a:ext>
            </a:extLst>
          </p:cNvPr>
          <p:cNvCxnSpPr>
            <a:cxnSpLocks/>
          </p:cNvCxnSpPr>
          <p:nvPr/>
        </p:nvCxnSpPr>
        <p:spPr>
          <a:xfrm flipV="1">
            <a:off x="3471681" y="3173382"/>
            <a:ext cx="0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F75BDEE2-AE0D-21FA-0741-71E19DB47090}"/>
              </a:ext>
            </a:extLst>
          </p:cNvPr>
          <p:cNvSpPr txBox="1"/>
          <p:nvPr/>
        </p:nvSpPr>
        <p:spPr>
          <a:xfrm rot="16200000">
            <a:off x="3010940" y="3309678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1"/>
                </a:solidFill>
              </a:rPr>
              <a:t>censored</a:t>
            </a:r>
          </a:p>
        </p:txBody>
      </p: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F6644529-21D5-36E5-351E-48ECD674B154}"/>
              </a:ext>
            </a:extLst>
          </p:cNvPr>
          <p:cNvCxnSpPr>
            <a:cxnSpLocks/>
          </p:cNvCxnSpPr>
          <p:nvPr/>
        </p:nvCxnSpPr>
        <p:spPr>
          <a:xfrm flipV="1">
            <a:off x="3471296" y="3173382"/>
            <a:ext cx="0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Left Brace 303">
            <a:extLst>
              <a:ext uri="{FF2B5EF4-FFF2-40B4-BE49-F238E27FC236}">
                <a16:creationId xmlns:a16="http://schemas.microsoft.com/office/drawing/2014/main" id="{C467103C-DB51-2011-EEDA-5134F9112055}"/>
              </a:ext>
            </a:extLst>
          </p:cNvPr>
          <p:cNvSpPr/>
          <p:nvPr/>
        </p:nvSpPr>
        <p:spPr>
          <a:xfrm rot="16200000">
            <a:off x="4791024" y="3673306"/>
            <a:ext cx="174533" cy="18621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0B68F69E-4179-DE7C-8692-D7776E04F792}"/>
              </a:ext>
            </a:extLst>
          </p:cNvPr>
          <p:cNvCxnSpPr>
            <a:cxnSpLocks/>
          </p:cNvCxnSpPr>
          <p:nvPr/>
        </p:nvCxnSpPr>
        <p:spPr>
          <a:xfrm flipV="1">
            <a:off x="4785529" y="3196695"/>
            <a:ext cx="0" cy="48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78490BDF-FD7B-6CBA-3FA8-A0D3902942F0}"/>
              </a:ext>
            </a:extLst>
          </p:cNvPr>
          <p:cNvCxnSpPr>
            <a:cxnSpLocks/>
          </p:cNvCxnSpPr>
          <p:nvPr/>
        </p:nvCxnSpPr>
        <p:spPr>
          <a:xfrm flipV="1">
            <a:off x="4971783" y="3196695"/>
            <a:ext cx="0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TextBox 306">
            <a:extLst>
              <a:ext uri="{FF2B5EF4-FFF2-40B4-BE49-F238E27FC236}">
                <a16:creationId xmlns:a16="http://schemas.microsoft.com/office/drawing/2014/main" id="{E2BC00E7-F3AE-7337-C6D4-614D71299C57}"/>
              </a:ext>
            </a:extLst>
          </p:cNvPr>
          <p:cNvSpPr txBox="1"/>
          <p:nvPr/>
        </p:nvSpPr>
        <p:spPr>
          <a:xfrm rot="16200000">
            <a:off x="4511042" y="3332991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</a:rPr>
              <a:t>censored</a:t>
            </a:r>
          </a:p>
        </p:txBody>
      </p: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ED7C68ED-0CF1-58DF-2CFD-6323E4484E34}"/>
              </a:ext>
            </a:extLst>
          </p:cNvPr>
          <p:cNvCxnSpPr>
            <a:cxnSpLocks/>
          </p:cNvCxnSpPr>
          <p:nvPr/>
        </p:nvCxnSpPr>
        <p:spPr>
          <a:xfrm flipV="1">
            <a:off x="4971398" y="3196695"/>
            <a:ext cx="0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Left Brace 308">
            <a:extLst>
              <a:ext uri="{FF2B5EF4-FFF2-40B4-BE49-F238E27FC236}">
                <a16:creationId xmlns:a16="http://schemas.microsoft.com/office/drawing/2014/main" id="{0DEAF478-5816-BC86-75AE-12A7E0404FE5}"/>
              </a:ext>
            </a:extLst>
          </p:cNvPr>
          <p:cNvSpPr/>
          <p:nvPr/>
        </p:nvSpPr>
        <p:spPr>
          <a:xfrm rot="16200000">
            <a:off x="4980390" y="3672055"/>
            <a:ext cx="174533" cy="18621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7BE24D50-4245-7CA2-EEF0-4783224504B4}"/>
              </a:ext>
            </a:extLst>
          </p:cNvPr>
          <p:cNvCxnSpPr>
            <a:cxnSpLocks/>
          </p:cNvCxnSpPr>
          <p:nvPr/>
        </p:nvCxnSpPr>
        <p:spPr>
          <a:xfrm flipV="1">
            <a:off x="4974895" y="3195444"/>
            <a:ext cx="0" cy="48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F388CB9C-1D02-077A-E877-4C375093E705}"/>
              </a:ext>
            </a:extLst>
          </p:cNvPr>
          <p:cNvCxnSpPr>
            <a:cxnSpLocks/>
          </p:cNvCxnSpPr>
          <p:nvPr/>
        </p:nvCxnSpPr>
        <p:spPr>
          <a:xfrm flipV="1">
            <a:off x="5161149" y="3195444"/>
            <a:ext cx="0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TextBox 311">
            <a:extLst>
              <a:ext uri="{FF2B5EF4-FFF2-40B4-BE49-F238E27FC236}">
                <a16:creationId xmlns:a16="http://schemas.microsoft.com/office/drawing/2014/main" id="{EE3D771E-15A3-D65D-4D49-61572FB5CED4}"/>
              </a:ext>
            </a:extLst>
          </p:cNvPr>
          <p:cNvSpPr txBox="1"/>
          <p:nvPr/>
        </p:nvSpPr>
        <p:spPr>
          <a:xfrm rot="16200000">
            <a:off x="4700408" y="3331740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censored</a:t>
            </a:r>
          </a:p>
        </p:txBody>
      </p: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52AFE015-19AC-D327-78C2-B76C692F4475}"/>
              </a:ext>
            </a:extLst>
          </p:cNvPr>
          <p:cNvCxnSpPr>
            <a:cxnSpLocks/>
          </p:cNvCxnSpPr>
          <p:nvPr/>
        </p:nvCxnSpPr>
        <p:spPr>
          <a:xfrm flipV="1">
            <a:off x="5160764" y="3195444"/>
            <a:ext cx="0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Left Brace 313">
            <a:extLst>
              <a:ext uri="{FF2B5EF4-FFF2-40B4-BE49-F238E27FC236}">
                <a16:creationId xmlns:a16="http://schemas.microsoft.com/office/drawing/2014/main" id="{A0AB190A-8455-1CC9-6FA8-ED181643230E}"/>
              </a:ext>
            </a:extLst>
          </p:cNvPr>
          <p:cNvSpPr/>
          <p:nvPr/>
        </p:nvSpPr>
        <p:spPr>
          <a:xfrm rot="16200000">
            <a:off x="5169326" y="3673305"/>
            <a:ext cx="174533" cy="18621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8ACF6A5D-1D33-B026-D5BA-D2DF7904BE83}"/>
              </a:ext>
            </a:extLst>
          </p:cNvPr>
          <p:cNvCxnSpPr>
            <a:cxnSpLocks/>
          </p:cNvCxnSpPr>
          <p:nvPr/>
        </p:nvCxnSpPr>
        <p:spPr>
          <a:xfrm flipV="1">
            <a:off x="5163831" y="3196694"/>
            <a:ext cx="0" cy="48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C3074117-99B0-0C42-24E2-70CEDBF9907C}"/>
              </a:ext>
            </a:extLst>
          </p:cNvPr>
          <p:cNvCxnSpPr>
            <a:cxnSpLocks/>
          </p:cNvCxnSpPr>
          <p:nvPr/>
        </p:nvCxnSpPr>
        <p:spPr>
          <a:xfrm flipV="1">
            <a:off x="5350085" y="3196694"/>
            <a:ext cx="0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TextBox 316">
            <a:extLst>
              <a:ext uri="{FF2B5EF4-FFF2-40B4-BE49-F238E27FC236}">
                <a16:creationId xmlns:a16="http://schemas.microsoft.com/office/drawing/2014/main" id="{A8C5A467-E4A7-0C66-C573-BA5C548D7C82}"/>
              </a:ext>
            </a:extLst>
          </p:cNvPr>
          <p:cNvSpPr txBox="1"/>
          <p:nvPr/>
        </p:nvSpPr>
        <p:spPr>
          <a:xfrm rot="16200000">
            <a:off x="4889344" y="3332990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1"/>
                </a:solidFill>
              </a:rPr>
              <a:t>censored</a:t>
            </a:r>
          </a:p>
        </p:txBody>
      </p: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B94C27A5-80FD-3531-E20B-6327BC6FBCCC}"/>
              </a:ext>
            </a:extLst>
          </p:cNvPr>
          <p:cNvCxnSpPr>
            <a:cxnSpLocks/>
          </p:cNvCxnSpPr>
          <p:nvPr/>
        </p:nvCxnSpPr>
        <p:spPr>
          <a:xfrm flipV="1">
            <a:off x="5349700" y="3196694"/>
            <a:ext cx="0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9" name="Picture 318">
            <a:extLst>
              <a:ext uri="{FF2B5EF4-FFF2-40B4-BE49-F238E27FC236}">
                <a16:creationId xmlns:a16="http://schemas.microsoft.com/office/drawing/2014/main" id="{F4D721C8-6004-ABF0-6648-07171AC4E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907" y="3051865"/>
            <a:ext cx="523050" cy="326906"/>
          </a:xfrm>
          <a:prstGeom prst="rect">
            <a:avLst/>
          </a:prstGeom>
        </p:spPr>
      </p:pic>
      <p:pic>
        <p:nvPicPr>
          <p:cNvPr id="320" name="Picture 319">
            <a:extLst>
              <a:ext uri="{FF2B5EF4-FFF2-40B4-BE49-F238E27FC236}">
                <a16:creationId xmlns:a16="http://schemas.microsoft.com/office/drawing/2014/main" id="{AA89DE38-BBD2-B388-0497-F5939C35A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3259" y="3413102"/>
            <a:ext cx="523050" cy="326906"/>
          </a:xfrm>
          <a:prstGeom prst="rect">
            <a:avLst/>
          </a:prstGeom>
        </p:spPr>
      </p:pic>
      <p:pic>
        <p:nvPicPr>
          <p:cNvPr id="321" name="Picture 320">
            <a:extLst>
              <a:ext uri="{FF2B5EF4-FFF2-40B4-BE49-F238E27FC236}">
                <a16:creationId xmlns:a16="http://schemas.microsoft.com/office/drawing/2014/main" id="{76B4E966-B047-8386-DABC-B7BB12133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074" y="3051865"/>
            <a:ext cx="523050" cy="326906"/>
          </a:xfrm>
          <a:prstGeom prst="rect">
            <a:avLst/>
          </a:prstGeom>
        </p:spPr>
      </p:pic>
      <p:pic>
        <p:nvPicPr>
          <p:cNvPr id="322" name="Picture 321">
            <a:extLst>
              <a:ext uri="{FF2B5EF4-FFF2-40B4-BE49-F238E27FC236}">
                <a16:creationId xmlns:a16="http://schemas.microsoft.com/office/drawing/2014/main" id="{94DB5236-C64E-1428-905C-F770A4664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460" y="3413102"/>
            <a:ext cx="523050" cy="326906"/>
          </a:xfrm>
          <a:prstGeom prst="rect">
            <a:avLst/>
          </a:prstGeom>
        </p:spPr>
      </p:pic>
      <p:sp>
        <p:nvSpPr>
          <p:cNvPr id="323" name="TextBox 322">
            <a:extLst>
              <a:ext uri="{FF2B5EF4-FFF2-40B4-BE49-F238E27FC236}">
                <a16:creationId xmlns:a16="http://schemas.microsoft.com/office/drawing/2014/main" id="{95AA7ABB-8E46-1B06-F34E-4DEAD8C31CE8}"/>
              </a:ext>
            </a:extLst>
          </p:cNvPr>
          <p:cNvSpPr txBox="1"/>
          <p:nvPr/>
        </p:nvSpPr>
        <p:spPr>
          <a:xfrm>
            <a:off x="2893157" y="1315636"/>
            <a:ext cx="4235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LOD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6130E4C8-49F1-0319-4E2A-EA424C0E6FCF}"/>
              </a:ext>
            </a:extLst>
          </p:cNvPr>
          <p:cNvSpPr txBox="1"/>
          <p:nvPr/>
        </p:nvSpPr>
        <p:spPr>
          <a:xfrm>
            <a:off x="2715512" y="4336851"/>
            <a:ext cx="3916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Summary Statistic for Pos</a:t>
            </a:r>
            <a:r>
              <a:rPr lang="en-US" dirty="0"/>
              <a:t>itive Samples</a:t>
            </a:r>
            <a:endParaRPr lang="en-US" sz="1800" dirty="0"/>
          </a:p>
        </p:txBody>
      </p:sp>
      <p:pic>
        <p:nvPicPr>
          <p:cNvPr id="325" name="Picture 324">
            <a:extLst>
              <a:ext uri="{FF2B5EF4-FFF2-40B4-BE49-F238E27FC236}">
                <a16:creationId xmlns:a16="http://schemas.microsoft.com/office/drawing/2014/main" id="{1753E11F-3435-C143-F1DD-6EA16C9A4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813" y="1774953"/>
            <a:ext cx="535356" cy="337639"/>
          </a:xfrm>
          <a:prstGeom prst="rect">
            <a:avLst/>
          </a:prstGeom>
        </p:spPr>
      </p:pic>
      <p:pic>
        <p:nvPicPr>
          <p:cNvPr id="326" name="Picture 325">
            <a:extLst>
              <a:ext uri="{FF2B5EF4-FFF2-40B4-BE49-F238E27FC236}">
                <a16:creationId xmlns:a16="http://schemas.microsoft.com/office/drawing/2014/main" id="{621B032B-02AA-55E1-32B5-3901717B5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1798" y="1774952"/>
            <a:ext cx="535356" cy="337639"/>
          </a:xfrm>
          <a:prstGeom prst="rect">
            <a:avLst/>
          </a:prstGeom>
        </p:spPr>
      </p:pic>
      <p:pic>
        <p:nvPicPr>
          <p:cNvPr id="327" name="Picture 326">
            <a:extLst>
              <a:ext uri="{FF2B5EF4-FFF2-40B4-BE49-F238E27FC236}">
                <a16:creationId xmlns:a16="http://schemas.microsoft.com/office/drawing/2014/main" id="{FC3A77D5-A758-ECA0-4B5B-16DECACE5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1798" y="1417855"/>
            <a:ext cx="535356" cy="337639"/>
          </a:xfrm>
          <a:prstGeom prst="rect">
            <a:avLst/>
          </a:prstGeom>
        </p:spPr>
      </p:pic>
      <p:pic>
        <p:nvPicPr>
          <p:cNvPr id="328" name="Picture 327">
            <a:extLst>
              <a:ext uri="{FF2B5EF4-FFF2-40B4-BE49-F238E27FC236}">
                <a16:creationId xmlns:a16="http://schemas.microsoft.com/office/drawing/2014/main" id="{FED9853A-4B8E-212C-93B6-8087C0DA8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813" y="1418579"/>
            <a:ext cx="535356" cy="337639"/>
          </a:xfrm>
          <a:prstGeom prst="rect">
            <a:avLst/>
          </a:prstGeom>
        </p:spPr>
      </p:pic>
      <p:sp>
        <p:nvSpPr>
          <p:cNvPr id="329" name="Freeform: Shape 328">
            <a:extLst>
              <a:ext uri="{FF2B5EF4-FFF2-40B4-BE49-F238E27FC236}">
                <a16:creationId xmlns:a16="http://schemas.microsoft.com/office/drawing/2014/main" id="{141C9293-E843-3B78-DB6C-A2CC35300818}"/>
              </a:ext>
            </a:extLst>
          </p:cNvPr>
          <p:cNvSpPr/>
          <p:nvPr/>
        </p:nvSpPr>
        <p:spPr>
          <a:xfrm>
            <a:off x="2908847" y="4775698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3FE0F62E-39F7-868D-A09C-133D70D7941A}"/>
              </a:ext>
            </a:extLst>
          </p:cNvPr>
          <p:cNvSpPr txBox="1"/>
          <p:nvPr/>
        </p:nvSpPr>
        <p:spPr>
          <a:xfrm>
            <a:off x="2628585" y="5429648"/>
            <a:ext cx="16205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 mathematical relationships on summary statistic for positive samples</a:t>
            </a:r>
          </a:p>
        </p:txBody>
      </p:sp>
      <p:sp>
        <p:nvSpPr>
          <p:cNvPr id="331" name="Arrow: Right 330">
            <a:extLst>
              <a:ext uri="{FF2B5EF4-FFF2-40B4-BE49-F238E27FC236}">
                <a16:creationId xmlns:a16="http://schemas.microsoft.com/office/drawing/2014/main" id="{31DB3AA9-B768-D690-03E3-21443F47C44A}"/>
              </a:ext>
            </a:extLst>
          </p:cNvPr>
          <p:cNvSpPr/>
          <p:nvPr/>
        </p:nvSpPr>
        <p:spPr>
          <a:xfrm>
            <a:off x="4196268" y="4949384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val 332">
            <a:extLst>
              <a:ext uri="{FF2B5EF4-FFF2-40B4-BE49-F238E27FC236}">
                <a16:creationId xmlns:a16="http://schemas.microsoft.com/office/drawing/2014/main" id="{45D70422-22F3-DD23-D685-188F6C0240C3}"/>
              </a:ext>
            </a:extLst>
          </p:cNvPr>
          <p:cNvSpPr/>
          <p:nvPr/>
        </p:nvSpPr>
        <p:spPr>
          <a:xfrm>
            <a:off x="4941406" y="4920553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Oval 333">
            <a:extLst>
              <a:ext uri="{FF2B5EF4-FFF2-40B4-BE49-F238E27FC236}">
                <a16:creationId xmlns:a16="http://schemas.microsoft.com/office/drawing/2014/main" id="{526F3243-CE83-9495-9841-94E1FC946716}"/>
              </a:ext>
            </a:extLst>
          </p:cNvPr>
          <p:cNvSpPr/>
          <p:nvPr/>
        </p:nvSpPr>
        <p:spPr>
          <a:xfrm>
            <a:off x="5373206" y="5349813"/>
            <a:ext cx="45719" cy="4571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Oval 335">
            <a:extLst>
              <a:ext uri="{FF2B5EF4-FFF2-40B4-BE49-F238E27FC236}">
                <a16:creationId xmlns:a16="http://schemas.microsoft.com/office/drawing/2014/main" id="{B2F638F8-F179-E99F-D4EB-8ABDEC90F039}"/>
              </a:ext>
            </a:extLst>
          </p:cNvPr>
          <p:cNvSpPr/>
          <p:nvPr/>
        </p:nvSpPr>
        <p:spPr>
          <a:xfrm>
            <a:off x="4895687" y="5136451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8DFB37C5-8FD0-999A-0379-DBE81A0B7227}"/>
              </a:ext>
            </a:extLst>
          </p:cNvPr>
          <p:cNvSpPr/>
          <p:nvPr/>
        </p:nvSpPr>
        <p:spPr>
          <a:xfrm>
            <a:off x="5059938" y="5252872"/>
            <a:ext cx="45719" cy="4571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C98FFA6C-7C56-3C15-71E4-E30DC0609AF9}"/>
              </a:ext>
            </a:extLst>
          </p:cNvPr>
          <p:cNvSpPr/>
          <p:nvPr/>
        </p:nvSpPr>
        <p:spPr>
          <a:xfrm>
            <a:off x="4849967" y="5326953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AFAB9CFE-38BC-E419-A693-4F558F0BD880}"/>
              </a:ext>
            </a:extLst>
          </p:cNvPr>
          <p:cNvSpPr/>
          <p:nvPr/>
        </p:nvSpPr>
        <p:spPr>
          <a:xfrm>
            <a:off x="5105657" y="5372672"/>
            <a:ext cx="45719" cy="4571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9BA0A762-71B5-8E83-9CC2-113137552D6D}"/>
              </a:ext>
            </a:extLst>
          </p:cNvPr>
          <p:cNvSpPr/>
          <p:nvPr/>
        </p:nvSpPr>
        <p:spPr>
          <a:xfrm>
            <a:off x="5008307" y="5090732"/>
            <a:ext cx="45719" cy="4571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Freeform: Shape 340">
            <a:extLst>
              <a:ext uri="{FF2B5EF4-FFF2-40B4-BE49-F238E27FC236}">
                <a16:creationId xmlns:a16="http://schemas.microsoft.com/office/drawing/2014/main" id="{4B0FBECA-4D60-2BD1-0AAE-26155B5EFAA7}"/>
              </a:ext>
            </a:extLst>
          </p:cNvPr>
          <p:cNvSpPr/>
          <p:nvPr/>
        </p:nvSpPr>
        <p:spPr>
          <a:xfrm>
            <a:off x="6695432" y="4731924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Oval 341">
            <a:extLst>
              <a:ext uri="{FF2B5EF4-FFF2-40B4-BE49-F238E27FC236}">
                <a16:creationId xmlns:a16="http://schemas.microsoft.com/office/drawing/2014/main" id="{1698E371-5391-F706-53A9-A3FA042E0A63}"/>
              </a:ext>
            </a:extLst>
          </p:cNvPr>
          <p:cNvSpPr/>
          <p:nvPr/>
        </p:nvSpPr>
        <p:spPr>
          <a:xfrm>
            <a:off x="6878296" y="4902327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Oval 342">
            <a:extLst>
              <a:ext uri="{FF2B5EF4-FFF2-40B4-BE49-F238E27FC236}">
                <a16:creationId xmlns:a16="http://schemas.microsoft.com/office/drawing/2014/main" id="{6C82D3B4-6803-E345-E4FA-5EBC961F28DB}"/>
              </a:ext>
            </a:extLst>
          </p:cNvPr>
          <p:cNvSpPr/>
          <p:nvPr/>
        </p:nvSpPr>
        <p:spPr>
          <a:xfrm>
            <a:off x="7310096" y="5331587"/>
            <a:ext cx="45719" cy="4571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5" name="Oval 344">
            <a:extLst>
              <a:ext uri="{FF2B5EF4-FFF2-40B4-BE49-F238E27FC236}">
                <a16:creationId xmlns:a16="http://schemas.microsoft.com/office/drawing/2014/main" id="{29B5795A-044B-C644-9CAE-1459D6EFA178}"/>
              </a:ext>
            </a:extLst>
          </p:cNvPr>
          <p:cNvSpPr/>
          <p:nvPr/>
        </p:nvSpPr>
        <p:spPr>
          <a:xfrm>
            <a:off x="6832577" y="5118225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Oval 345">
            <a:extLst>
              <a:ext uri="{FF2B5EF4-FFF2-40B4-BE49-F238E27FC236}">
                <a16:creationId xmlns:a16="http://schemas.microsoft.com/office/drawing/2014/main" id="{CBC69289-D43F-34AD-8384-BAEB532990C8}"/>
              </a:ext>
            </a:extLst>
          </p:cNvPr>
          <p:cNvSpPr/>
          <p:nvPr/>
        </p:nvSpPr>
        <p:spPr>
          <a:xfrm>
            <a:off x="6996828" y="5234646"/>
            <a:ext cx="45719" cy="4571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C3EB3E7A-277B-FB11-A0B7-80BBF0CA81C8}"/>
              </a:ext>
            </a:extLst>
          </p:cNvPr>
          <p:cNvSpPr/>
          <p:nvPr/>
        </p:nvSpPr>
        <p:spPr>
          <a:xfrm>
            <a:off x="6786857" y="5308727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Oval 347">
            <a:extLst>
              <a:ext uri="{FF2B5EF4-FFF2-40B4-BE49-F238E27FC236}">
                <a16:creationId xmlns:a16="http://schemas.microsoft.com/office/drawing/2014/main" id="{C4B5D10A-D84F-6379-7567-B7FE5B29DB4D}"/>
              </a:ext>
            </a:extLst>
          </p:cNvPr>
          <p:cNvSpPr/>
          <p:nvPr/>
        </p:nvSpPr>
        <p:spPr>
          <a:xfrm>
            <a:off x="7042547" y="5354446"/>
            <a:ext cx="45719" cy="4571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7465F488-6231-B4EC-5830-D8CB73A7F7A2}"/>
              </a:ext>
            </a:extLst>
          </p:cNvPr>
          <p:cNvSpPr/>
          <p:nvPr/>
        </p:nvSpPr>
        <p:spPr>
          <a:xfrm>
            <a:off x="6938423" y="5087274"/>
            <a:ext cx="45719" cy="4571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E5E2A8C7-8F56-8E69-8779-C8303813E24E}"/>
              </a:ext>
            </a:extLst>
          </p:cNvPr>
          <p:cNvCxnSpPr>
            <a:cxnSpLocks/>
          </p:cNvCxnSpPr>
          <p:nvPr/>
        </p:nvCxnSpPr>
        <p:spPr>
          <a:xfrm flipH="1" flipV="1">
            <a:off x="4997377" y="4731344"/>
            <a:ext cx="2671" cy="7428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TextBox 351">
            <a:extLst>
              <a:ext uri="{FF2B5EF4-FFF2-40B4-BE49-F238E27FC236}">
                <a16:creationId xmlns:a16="http://schemas.microsoft.com/office/drawing/2014/main" id="{8084AFFF-B846-8C10-ED4F-97984EBD7190}"/>
              </a:ext>
            </a:extLst>
          </p:cNvPr>
          <p:cNvSpPr txBox="1"/>
          <p:nvPr/>
        </p:nvSpPr>
        <p:spPr>
          <a:xfrm>
            <a:off x="4797539" y="4540317"/>
            <a:ext cx="4235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LOD</a:t>
            </a:r>
          </a:p>
        </p:txBody>
      </p: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D5AE8C87-3B62-306E-89F9-25D33E0E9DF9}"/>
              </a:ext>
            </a:extLst>
          </p:cNvPr>
          <p:cNvCxnSpPr>
            <a:cxnSpLocks/>
          </p:cNvCxnSpPr>
          <p:nvPr/>
        </p:nvCxnSpPr>
        <p:spPr>
          <a:xfrm flipH="1" flipV="1">
            <a:off x="6927172" y="4717728"/>
            <a:ext cx="2671" cy="7428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TextBox 353">
            <a:extLst>
              <a:ext uri="{FF2B5EF4-FFF2-40B4-BE49-F238E27FC236}">
                <a16:creationId xmlns:a16="http://schemas.microsoft.com/office/drawing/2014/main" id="{A1DD48D0-2C8F-4F5E-B599-A39E9A1653B7}"/>
              </a:ext>
            </a:extLst>
          </p:cNvPr>
          <p:cNvSpPr txBox="1"/>
          <p:nvPr/>
        </p:nvSpPr>
        <p:spPr>
          <a:xfrm>
            <a:off x="6727334" y="4526701"/>
            <a:ext cx="4235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LOD</a:t>
            </a: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C7FA0B55-2BF9-073C-3A2D-126F4E758056}"/>
              </a:ext>
            </a:extLst>
          </p:cNvPr>
          <p:cNvSpPr txBox="1"/>
          <p:nvPr/>
        </p:nvSpPr>
        <p:spPr>
          <a:xfrm>
            <a:off x="4510868" y="5429648"/>
            <a:ext cx="1620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 distribution to generate values above and below LOD</a:t>
            </a:r>
          </a:p>
        </p:txBody>
      </p:sp>
      <p:sp>
        <p:nvSpPr>
          <p:cNvPr id="356" name="Freeform: Shape 355">
            <a:extLst>
              <a:ext uri="{FF2B5EF4-FFF2-40B4-BE49-F238E27FC236}">
                <a16:creationId xmlns:a16="http://schemas.microsoft.com/office/drawing/2014/main" id="{D883548A-7FF9-A628-0E77-0263B9E3538E}"/>
              </a:ext>
            </a:extLst>
          </p:cNvPr>
          <p:cNvSpPr/>
          <p:nvPr/>
        </p:nvSpPr>
        <p:spPr>
          <a:xfrm>
            <a:off x="4797539" y="4768635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" name="Arrow: Right 356">
            <a:extLst>
              <a:ext uri="{FF2B5EF4-FFF2-40B4-BE49-F238E27FC236}">
                <a16:creationId xmlns:a16="http://schemas.microsoft.com/office/drawing/2014/main" id="{CF3FED66-A2FC-178D-7F1B-E8087DEAF809}"/>
              </a:ext>
            </a:extLst>
          </p:cNvPr>
          <p:cNvSpPr/>
          <p:nvPr/>
        </p:nvSpPr>
        <p:spPr>
          <a:xfrm>
            <a:off x="6099187" y="4946591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2AB8769A-8923-0528-817D-90350D3B6220}"/>
              </a:ext>
            </a:extLst>
          </p:cNvPr>
          <p:cNvSpPr txBox="1"/>
          <p:nvPr/>
        </p:nvSpPr>
        <p:spPr>
          <a:xfrm>
            <a:off x="6393151" y="5429648"/>
            <a:ext cx="1620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Calculate new distribution</a:t>
            </a:r>
          </a:p>
        </p:txBody>
      </p:sp>
      <p:pic>
        <p:nvPicPr>
          <p:cNvPr id="360" name="Picture 359">
            <a:extLst>
              <a:ext uri="{FF2B5EF4-FFF2-40B4-BE49-F238E27FC236}">
                <a16:creationId xmlns:a16="http://schemas.microsoft.com/office/drawing/2014/main" id="{290D832C-3467-0FF5-6E8B-9EF4AC527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121" y="4577185"/>
            <a:ext cx="450816" cy="397025"/>
          </a:xfrm>
          <a:prstGeom prst="rect">
            <a:avLst/>
          </a:prstGeom>
        </p:spPr>
      </p:pic>
      <p:pic>
        <p:nvPicPr>
          <p:cNvPr id="361" name="Picture 360">
            <a:extLst>
              <a:ext uri="{FF2B5EF4-FFF2-40B4-BE49-F238E27FC236}">
                <a16:creationId xmlns:a16="http://schemas.microsoft.com/office/drawing/2014/main" id="{EF6A7298-7884-0B8C-1E42-4583CE403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8811" y="4571419"/>
            <a:ext cx="450816" cy="397025"/>
          </a:xfrm>
          <a:prstGeom prst="rect">
            <a:avLst/>
          </a:prstGeom>
        </p:spPr>
      </p:pic>
      <p:pic>
        <p:nvPicPr>
          <p:cNvPr id="362" name="Picture 361">
            <a:extLst>
              <a:ext uri="{FF2B5EF4-FFF2-40B4-BE49-F238E27FC236}">
                <a16:creationId xmlns:a16="http://schemas.microsoft.com/office/drawing/2014/main" id="{0E77709D-E3C6-F8CF-A2DF-294A4EADE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813" y="5006653"/>
            <a:ext cx="450816" cy="397025"/>
          </a:xfrm>
          <a:prstGeom prst="rect">
            <a:avLst/>
          </a:prstGeom>
        </p:spPr>
      </p:pic>
      <p:pic>
        <p:nvPicPr>
          <p:cNvPr id="363" name="Picture 362">
            <a:extLst>
              <a:ext uri="{FF2B5EF4-FFF2-40B4-BE49-F238E27FC236}">
                <a16:creationId xmlns:a16="http://schemas.microsoft.com/office/drawing/2014/main" id="{6A901B44-4CDD-BE5D-5A3C-276EB8284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705" y="5000533"/>
            <a:ext cx="450816" cy="397025"/>
          </a:xfrm>
          <a:prstGeom prst="rect">
            <a:avLst/>
          </a:prstGeom>
        </p:spPr>
      </p:pic>
      <p:sp>
        <p:nvSpPr>
          <p:cNvPr id="364" name="TextBox 363">
            <a:extLst>
              <a:ext uri="{FF2B5EF4-FFF2-40B4-BE49-F238E27FC236}">
                <a16:creationId xmlns:a16="http://schemas.microsoft.com/office/drawing/2014/main" id="{C4354145-FBF3-7AAE-87EC-E04C55A9B540}"/>
              </a:ext>
            </a:extLst>
          </p:cNvPr>
          <p:cNvSpPr txBox="1"/>
          <p:nvPr/>
        </p:nvSpPr>
        <p:spPr>
          <a:xfrm>
            <a:off x="8397780" y="5429648"/>
            <a:ext cx="174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Repeat 10000 times to find average distribution parameters</a:t>
            </a:r>
          </a:p>
        </p:txBody>
      </p:sp>
      <p:sp>
        <p:nvSpPr>
          <p:cNvPr id="365" name="Arrow: Right 364">
            <a:extLst>
              <a:ext uri="{FF2B5EF4-FFF2-40B4-BE49-F238E27FC236}">
                <a16:creationId xmlns:a16="http://schemas.microsoft.com/office/drawing/2014/main" id="{1586C815-5D71-C4BA-A9EC-5C618E3D6984}"/>
              </a:ext>
            </a:extLst>
          </p:cNvPr>
          <p:cNvSpPr/>
          <p:nvPr/>
        </p:nvSpPr>
        <p:spPr>
          <a:xfrm>
            <a:off x="8002817" y="4949384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0CAA9D88-EC04-B7CD-B496-C2A2CFB60820}"/>
              </a:ext>
            </a:extLst>
          </p:cNvPr>
          <p:cNvSpPr txBox="1"/>
          <p:nvPr/>
        </p:nvSpPr>
        <p:spPr>
          <a:xfrm>
            <a:off x="2715512" y="6267716"/>
            <a:ext cx="3916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Synthesis</a:t>
            </a:r>
            <a:endParaRPr lang="en-US" sz="1800" dirty="0"/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B78B0EF7-8C1F-957C-1367-D2B2DB3EE5C8}"/>
              </a:ext>
            </a:extLst>
          </p:cNvPr>
          <p:cNvSpPr txBox="1"/>
          <p:nvPr/>
        </p:nvSpPr>
        <p:spPr>
          <a:xfrm>
            <a:off x="2628585" y="7455202"/>
            <a:ext cx="1620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Weight each distribution based on GRADE</a:t>
            </a:r>
          </a:p>
        </p:txBody>
      </p:sp>
      <p:sp>
        <p:nvSpPr>
          <p:cNvPr id="369" name="Arrow: Right 368">
            <a:extLst>
              <a:ext uri="{FF2B5EF4-FFF2-40B4-BE49-F238E27FC236}">
                <a16:creationId xmlns:a16="http://schemas.microsoft.com/office/drawing/2014/main" id="{3126020C-EFA8-802C-54DC-4E2BE022E9A0}"/>
              </a:ext>
            </a:extLst>
          </p:cNvPr>
          <p:cNvSpPr/>
          <p:nvPr/>
        </p:nvSpPr>
        <p:spPr>
          <a:xfrm>
            <a:off x="4201509" y="6884598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7" name="Freeform: Shape 376">
            <a:extLst>
              <a:ext uri="{FF2B5EF4-FFF2-40B4-BE49-F238E27FC236}">
                <a16:creationId xmlns:a16="http://schemas.microsoft.com/office/drawing/2014/main" id="{F2210271-E05D-0DA9-5C2B-E3D3B4DDE121}"/>
              </a:ext>
            </a:extLst>
          </p:cNvPr>
          <p:cNvSpPr/>
          <p:nvPr/>
        </p:nvSpPr>
        <p:spPr>
          <a:xfrm>
            <a:off x="6710249" y="6757528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" name="Oval 377">
            <a:extLst>
              <a:ext uri="{FF2B5EF4-FFF2-40B4-BE49-F238E27FC236}">
                <a16:creationId xmlns:a16="http://schemas.microsoft.com/office/drawing/2014/main" id="{6A0048CD-CDC5-5D65-7663-9100058F020B}"/>
              </a:ext>
            </a:extLst>
          </p:cNvPr>
          <p:cNvSpPr/>
          <p:nvPr/>
        </p:nvSpPr>
        <p:spPr>
          <a:xfrm>
            <a:off x="6893113" y="6927931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CFB73DD1-B65B-7EF5-D2BA-67CD7FE8553C}"/>
              </a:ext>
            </a:extLst>
          </p:cNvPr>
          <p:cNvSpPr/>
          <p:nvPr/>
        </p:nvSpPr>
        <p:spPr>
          <a:xfrm>
            <a:off x="7324913" y="7357191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80" name="Oval 379">
            <a:extLst>
              <a:ext uri="{FF2B5EF4-FFF2-40B4-BE49-F238E27FC236}">
                <a16:creationId xmlns:a16="http://schemas.microsoft.com/office/drawing/2014/main" id="{37064921-A7F4-689E-9F41-1E1CACEE47C9}"/>
              </a:ext>
            </a:extLst>
          </p:cNvPr>
          <p:cNvSpPr/>
          <p:nvPr/>
        </p:nvSpPr>
        <p:spPr>
          <a:xfrm>
            <a:off x="6847394" y="7143829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81" name="Oval 380">
            <a:extLst>
              <a:ext uri="{FF2B5EF4-FFF2-40B4-BE49-F238E27FC236}">
                <a16:creationId xmlns:a16="http://schemas.microsoft.com/office/drawing/2014/main" id="{ED52F698-EA6D-99F1-054C-D548DA98FC27}"/>
              </a:ext>
            </a:extLst>
          </p:cNvPr>
          <p:cNvSpPr/>
          <p:nvPr/>
        </p:nvSpPr>
        <p:spPr>
          <a:xfrm>
            <a:off x="7011645" y="7260250"/>
            <a:ext cx="45719" cy="45719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2" name="Oval 381">
            <a:extLst>
              <a:ext uri="{FF2B5EF4-FFF2-40B4-BE49-F238E27FC236}">
                <a16:creationId xmlns:a16="http://schemas.microsoft.com/office/drawing/2014/main" id="{FD27B177-6001-536E-028E-FC46D6B9119C}"/>
              </a:ext>
            </a:extLst>
          </p:cNvPr>
          <p:cNvSpPr/>
          <p:nvPr/>
        </p:nvSpPr>
        <p:spPr>
          <a:xfrm>
            <a:off x="6801674" y="7334331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3" name="Oval 382">
            <a:extLst>
              <a:ext uri="{FF2B5EF4-FFF2-40B4-BE49-F238E27FC236}">
                <a16:creationId xmlns:a16="http://schemas.microsoft.com/office/drawing/2014/main" id="{A3286028-EB14-3B11-233C-6B8A078C1FC8}"/>
              </a:ext>
            </a:extLst>
          </p:cNvPr>
          <p:cNvSpPr/>
          <p:nvPr/>
        </p:nvSpPr>
        <p:spPr>
          <a:xfrm>
            <a:off x="7057364" y="7380050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84" name="Oval 383">
            <a:extLst>
              <a:ext uri="{FF2B5EF4-FFF2-40B4-BE49-F238E27FC236}">
                <a16:creationId xmlns:a16="http://schemas.microsoft.com/office/drawing/2014/main" id="{1C5D1C1E-262C-5A4B-A739-324812618668}"/>
              </a:ext>
            </a:extLst>
          </p:cNvPr>
          <p:cNvSpPr/>
          <p:nvPr/>
        </p:nvSpPr>
        <p:spPr>
          <a:xfrm>
            <a:off x="6953240" y="7112878"/>
            <a:ext cx="45719" cy="4571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127C4721-93D1-2315-1453-98C8C79F6B4F}"/>
              </a:ext>
            </a:extLst>
          </p:cNvPr>
          <p:cNvSpPr txBox="1"/>
          <p:nvPr/>
        </p:nvSpPr>
        <p:spPr>
          <a:xfrm>
            <a:off x="4516109" y="7455202"/>
            <a:ext cx="1620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Generate 10000 values from distributions based on weight</a:t>
            </a:r>
          </a:p>
        </p:txBody>
      </p:sp>
      <p:sp>
        <p:nvSpPr>
          <p:cNvPr id="389" name="Arrow: Right 388">
            <a:extLst>
              <a:ext uri="{FF2B5EF4-FFF2-40B4-BE49-F238E27FC236}">
                <a16:creationId xmlns:a16="http://schemas.microsoft.com/office/drawing/2014/main" id="{1182DCB3-8E97-D4EE-F34D-C88CDF9D5561}"/>
              </a:ext>
            </a:extLst>
          </p:cNvPr>
          <p:cNvSpPr/>
          <p:nvPr/>
        </p:nvSpPr>
        <p:spPr>
          <a:xfrm>
            <a:off x="6104428" y="6881805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E0817A89-D8B6-C819-F3F7-603F6E4F2F8A}"/>
              </a:ext>
            </a:extLst>
          </p:cNvPr>
          <p:cNvSpPr txBox="1"/>
          <p:nvPr/>
        </p:nvSpPr>
        <p:spPr>
          <a:xfrm>
            <a:off x="6398392" y="7435676"/>
            <a:ext cx="1620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Calculate new distribution</a:t>
            </a: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9A0EA2DB-BEA4-0558-D6FB-5D27AE93ECD5}"/>
              </a:ext>
            </a:extLst>
          </p:cNvPr>
          <p:cNvSpPr txBox="1"/>
          <p:nvPr/>
        </p:nvSpPr>
        <p:spPr>
          <a:xfrm>
            <a:off x="8403021" y="7455202"/>
            <a:ext cx="174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Repeat 10000 times to find average distribution parameters</a:t>
            </a:r>
          </a:p>
        </p:txBody>
      </p:sp>
      <p:sp>
        <p:nvSpPr>
          <p:cNvPr id="395" name="Arrow: Right 394">
            <a:extLst>
              <a:ext uri="{FF2B5EF4-FFF2-40B4-BE49-F238E27FC236}">
                <a16:creationId xmlns:a16="http://schemas.microsoft.com/office/drawing/2014/main" id="{D8FAE3C8-FE40-3868-49F3-B88C6D7347E7}"/>
              </a:ext>
            </a:extLst>
          </p:cNvPr>
          <p:cNvSpPr/>
          <p:nvPr/>
        </p:nvSpPr>
        <p:spPr>
          <a:xfrm>
            <a:off x="8095682" y="6884598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6" name="Freeform: Shape 395">
            <a:extLst>
              <a:ext uri="{FF2B5EF4-FFF2-40B4-BE49-F238E27FC236}">
                <a16:creationId xmlns:a16="http://schemas.microsoft.com/office/drawing/2014/main" id="{9BA7AF11-50AB-3BD9-D116-DF8A05A2C6EB}"/>
              </a:ext>
            </a:extLst>
          </p:cNvPr>
          <p:cNvSpPr/>
          <p:nvPr/>
        </p:nvSpPr>
        <p:spPr>
          <a:xfrm>
            <a:off x="2737109" y="6658211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7" name="Freeform: Shape 396">
            <a:extLst>
              <a:ext uri="{FF2B5EF4-FFF2-40B4-BE49-F238E27FC236}">
                <a16:creationId xmlns:a16="http://schemas.microsoft.com/office/drawing/2014/main" id="{31A5F8C2-A7EB-D221-E38A-6366B8F45771}"/>
              </a:ext>
            </a:extLst>
          </p:cNvPr>
          <p:cNvSpPr/>
          <p:nvPr/>
        </p:nvSpPr>
        <p:spPr>
          <a:xfrm>
            <a:off x="3399212" y="6655406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8" name="Freeform: Shape 397">
            <a:extLst>
              <a:ext uri="{FF2B5EF4-FFF2-40B4-BE49-F238E27FC236}">
                <a16:creationId xmlns:a16="http://schemas.microsoft.com/office/drawing/2014/main" id="{A29B8C5C-9E80-B5E0-B647-77007295EA37}"/>
              </a:ext>
            </a:extLst>
          </p:cNvPr>
          <p:cNvSpPr/>
          <p:nvPr/>
        </p:nvSpPr>
        <p:spPr>
          <a:xfrm>
            <a:off x="2733655" y="7061808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" name="Freeform: Shape 398">
            <a:extLst>
              <a:ext uri="{FF2B5EF4-FFF2-40B4-BE49-F238E27FC236}">
                <a16:creationId xmlns:a16="http://schemas.microsoft.com/office/drawing/2014/main" id="{5771DE94-B26E-1BA1-F2A5-A033006ABCD6}"/>
              </a:ext>
            </a:extLst>
          </p:cNvPr>
          <p:cNvSpPr/>
          <p:nvPr/>
        </p:nvSpPr>
        <p:spPr>
          <a:xfrm>
            <a:off x="3404725" y="7055304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4" name="Freeform: Shape 403">
            <a:extLst>
              <a:ext uri="{FF2B5EF4-FFF2-40B4-BE49-F238E27FC236}">
                <a16:creationId xmlns:a16="http://schemas.microsoft.com/office/drawing/2014/main" id="{E988E3E8-77FE-9430-DDC8-AD5A8F226A07}"/>
              </a:ext>
            </a:extLst>
          </p:cNvPr>
          <p:cNvSpPr/>
          <p:nvPr/>
        </p:nvSpPr>
        <p:spPr>
          <a:xfrm>
            <a:off x="4709683" y="6649526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5" name="Freeform: Shape 404">
            <a:extLst>
              <a:ext uri="{FF2B5EF4-FFF2-40B4-BE49-F238E27FC236}">
                <a16:creationId xmlns:a16="http://schemas.microsoft.com/office/drawing/2014/main" id="{AD94DE94-AF48-096F-F795-7AB728AE8BB5}"/>
              </a:ext>
            </a:extLst>
          </p:cNvPr>
          <p:cNvSpPr/>
          <p:nvPr/>
        </p:nvSpPr>
        <p:spPr>
          <a:xfrm>
            <a:off x="5371786" y="6646721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6" name="Freeform: Shape 405">
            <a:extLst>
              <a:ext uri="{FF2B5EF4-FFF2-40B4-BE49-F238E27FC236}">
                <a16:creationId xmlns:a16="http://schemas.microsoft.com/office/drawing/2014/main" id="{53FF7932-755F-EAAA-F7F7-54EA8127F2F7}"/>
              </a:ext>
            </a:extLst>
          </p:cNvPr>
          <p:cNvSpPr/>
          <p:nvPr/>
        </p:nvSpPr>
        <p:spPr>
          <a:xfrm>
            <a:off x="4706229" y="7053123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7" name="Freeform: Shape 406">
            <a:extLst>
              <a:ext uri="{FF2B5EF4-FFF2-40B4-BE49-F238E27FC236}">
                <a16:creationId xmlns:a16="http://schemas.microsoft.com/office/drawing/2014/main" id="{68905594-14CA-D63D-4D59-AABAD34718A2}"/>
              </a:ext>
            </a:extLst>
          </p:cNvPr>
          <p:cNvSpPr/>
          <p:nvPr/>
        </p:nvSpPr>
        <p:spPr>
          <a:xfrm>
            <a:off x="5396790" y="7065643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" name="Oval 410">
            <a:extLst>
              <a:ext uri="{FF2B5EF4-FFF2-40B4-BE49-F238E27FC236}">
                <a16:creationId xmlns:a16="http://schemas.microsoft.com/office/drawing/2014/main" id="{F3E5F022-19D7-503B-7A0F-38921952EF35}"/>
              </a:ext>
            </a:extLst>
          </p:cNvPr>
          <p:cNvSpPr/>
          <p:nvPr/>
        </p:nvSpPr>
        <p:spPr>
          <a:xfrm>
            <a:off x="5542929" y="7323845"/>
            <a:ext cx="45719" cy="45719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0BA043CC-3B7A-3D5E-AE27-9DBEC39F6C91}"/>
              </a:ext>
            </a:extLst>
          </p:cNvPr>
          <p:cNvSpPr/>
          <p:nvPr/>
        </p:nvSpPr>
        <p:spPr>
          <a:xfrm>
            <a:off x="4826062" y="7235267"/>
            <a:ext cx="45719" cy="4571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7AA90DF5-BBFF-FF5C-535D-836211B53B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7903" y="6746296"/>
            <a:ext cx="134514" cy="217292"/>
          </a:xfrm>
          <a:prstGeom prst="rect">
            <a:avLst/>
          </a:prstGeom>
        </p:spPr>
      </p:pic>
      <p:pic>
        <p:nvPicPr>
          <p:cNvPr id="439" name="Picture 438">
            <a:extLst>
              <a:ext uri="{FF2B5EF4-FFF2-40B4-BE49-F238E27FC236}">
                <a16:creationId xmlns:a16="http://schemas.microsoft.com/office/drawing/2014/main" id="{F001D1A0-27A9-B79A-64DF-5E1940EB33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0042" y="6840148"/>
            <a:ext cx="334127" cy="170861"/>
          </a:xfrm>
          <a:prstGeom prst="rect">
            <a:avLst/>
          </a:prstGeom>
        </p:spPr>
      </p:pic>
      <p:pic>
        <p:nvPicPr>
          <p:cNvPr id="440" name="Picture 439">
            <a:extLst>
              <a:ext uri="{FF2B5EF4-FFF2-40B4-BE49-F238E27FC236}">
                <a16:creationId xmlns:a16="http://schemas.microsoft.com/office/drawing/2014/main" id="{CD56CED9-9E9D-E60F-4EB3-C4F22A7653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5384" y="6650134"/>
            <a:ext cx="507677" cy="320183"/>
          </a:xfrm>
          <a:prstGeom prst="rect">
            <a:avLst/>
          </a:prstGeom>
        </p:spPr>
      </p:pic>
      <p:pic>
        <p:nvPicPr>
          <p:cNvPr id="441" name="Picture 440">
            <a:extLst>
              <a:ext uri="{FF2B5EF4-FFF2-40B4-BE49-F238E27FC236}">
                <a16:creationId xmlns:a16="http://schemas.microsoft.com/office/drawing/2014/main" id="{8C6D6D0F-5186-38D4-DE9E-8E671E447C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6937" y="6644119"/>
            <a:ext cx="517171" cy="326171"/>
          </a:xfrm>
          <a:prstGeom prst="rect">
            <a:avLst/>
          </a:prstGeom>
        </p:spPr>
      </p:pic>
      <p:pic>
        <p:nvPicPr>
          <p:cNvPr id="442" name="Picture 441">
            <a:extLst>
              <a:ext uri="{FF2B5EF4-FFF2-40B4-BE49-F238E27FC236}">
                <a16:creationId xmlns:a16="http://schemas.microsoft.com/office/drawing/2014/main" id="{50A699E1-5252-D198-6C1D-67B7580C57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0638" y="7096259"/>
            <a:ext cx="507677" cy="320183"/>
          </a:xfrm>
          <a:prstGeom prst="rect">
            <a:avLst/>
          </a:prstGeom>
        </p:spPr>
      </p:pic>
      <p:pic>
        <p:nvPicPr>
          <p:cNvPr id="443" name="Picture 442">
            <a:extLst>
              <a:ext uri="{FF2B5EF4-FFF2-40B4-BE49-F238E27FC236}">
                <a16:creationId xmlns:a16="http://schemas.microsoft.com/office/drawing/2014/main" id="{907C6C99-2DF6-82B5-BB34-76C2957AC0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6937" y="7097229"/>
            <a:ext cx="507677" cy="32018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997CF3FF-2AED-9FD2-D338-87C4F7E05F67}"/>
              </a:ext>
            </a:extLst>
          </p:cNvPr>
          <p:cNvSpPr/>
          <p:nvPr/>
        </p:nvSpPr>
        <p:spPr>
          <a:xfrm>
            <a:off x="6897810" y="3599991"/>
            <a:ext cx="45719" cy="4571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102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AD615F-DB7E-07BB-1D72-8BB94F2EF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924" y="3819078"/>
            <a:ext cx="7462151" cy="15058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82BA27-437C-E81B-D11C-6340EC403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790" y="1506151"/>
            <a:ext cx="7517019" cy="15850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80B5E1-C996-8B37-E357-F898A6440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924" y="5664901"/>
            <a:ext cx="7462151" cy="14082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2B8442-A3DA-717E-B131-1B46EFFC0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6524" y="7230543"/>
            <a:ext cx="7462151" cy="173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17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Picture 165">
            <a:extLst>
              <a:ext uri="{FF2B5EF4-FFF2-40B4-BE49-F238E27FC236}">
                <a16:creationId xmlns:a16="http://schemas.microsoft.com/office/drawing/2014/main" id="{B7BB3C75-946A-3B4F-F45E-79A6BC79A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442" y="959807"/>
            <a:ext cx="7523116" cy="722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84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6788F86-E081-5782-1EDC-842FB2F0B424}"/>
              </a:ext>
            </a:extLst>
          </p:cNvPr>
          <p:cNvSpPr/>
          <p:nvPr/>
        </p:nvSpPr>
        <p:spPr>
          <a:xfrm>
            <a:off x="6695112" y="1453515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D62333-8FC4-40EB-130A-667387030CE6}"/>
              </a:ext>
            </a:extLst>
          </p:cNvPr>
          <p:cNvSpPr txBox="1"/>
          <p:nvPr/>
        </p:nvSpPr>
        <p:spPr>
          <a:xfrm>
            <a:off x="6393151" y="2209033"/>
            <a:ext cx="1742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Impute censored points calculate new distribution parameters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D5B1D-4312-8576-94F5-8C502B1B7925}"/>
              </a:ext>
            </a:extLst>
          </p:cNvPr>
          <p:cNvSpPr txBox="1"/>
          <p:nvPr/>
        </p:nvSpPr>
        <p:spPr>
          <a:xfrm>
            <a:off x="8397780" y="2209033"/>
            <a:ext cx="174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Repeat 10000 times to find average distribution parameters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B3E147B-A22A-A019-316D-4B6DE6F1E8FB}"/>
              </a:ext>
            </a:extLst>
          </p:cNvPr>
          <p:cNvSpPr/>
          <p:nvPr/>
        </p:nvSpPr>
        <p:spPr>
          <a:xfrm>
            <a:off x="6099187" y="1669248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02136E7-CE8D-DB67-DC4A-F700EAE1F80F}"/>
              </a:ext>
            </a:extLst>
          </p:cNvPr>
          <p:cNvSpPr/>
          <p:nvPr/>
        </p:nvSpPr>
        <p:spPr>
          <a:xfrm>
            <a:off x="7973732" y="1672041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8E0EEB-9463-8CCD-67AD-EE89D6E95420}"/>
              </a:ext>
            </a:extLst>
          </p:cNvPr>
          <p:cNvSpPr/>
          <p:nvPr/>
        </p:nvSpPr>
        <p:spPr>
          <a:xfrm>
            <a:off x="6877976" y="1623918"/>
            <a:ext cx="45719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F21126-7DA0-8FF3-21EA-30392E6E6D0E}"/>
              </a:ext>
            </a:extLst>
          </p:cNvPr>
          <p:cNvSpPr/>
          <p:nvPr/>
        </p:nvSpPr>
        <p:spPr>
          <a:xfrm>
            <a:off x="7309776" y="2053178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9C866D9-DA54-EF4C-20DC-D6C1CB8E7FAE}"/>
              </a:ext>
            </a:extLst>
          </p:cNvPr>
          <p:cNvSpPr/>
          <p:nvPr/>
        </p:nvSpPr>
        <p:spPr>
          <a:xfrm>
            <a:off x="6933005" y="179409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DA0DA4A-0C96-31AA-AA69-DA0304CDD563}"/>
              </a:ext>
            </a:extLst>
          </p:cNvPr>
          <p:cNvSpPr/>
          <p:nvPr/>
        </p:nvSpPr>
        <p:spPr>
          <a:xfrm>
            <a:off x="6832257" y="1839816"/>
            <a:ext cx="45719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57B956C-9BBC-107A-EFAA-90D876DF7E26}"/>
              </a:ext>
            </a:extLst>
          </p:cNvPr>
          <p:cNvSpPr/>
          <p:nvPr/>
        </p:nvSpPr>
        <p:spPr>
          <a:xfrm>
            <a:off x="6996508" y="1956237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AB01EEB-0D34-A7EC-EC57-F5EE2C7F42CF}"/>
              </a:ext>
            </a:extLst>
          </p:cNvPr>
          <p:cNvSpPr/>
          <p:nvPr/>
        </p:nvSpPr>
        <p:spPr>
          <a:xfrm>
            <a:off x="6786537" y="2030318"/>
            <a:ext cx="45719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760A5E3-34F5-7DF1-7967-16C497B7FD61}"/>
              </a:ext>
            </a:extLst>
          </p:cNvPr>
          <p:cNvSpPr/>
          <p:nvPr/>
        </p:nvSpPr>
        <p:spPr>
          <a:xfrm>
            <a:off x="7042227" y="2076037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BE886E2-C676-3528-3548-39D93B551073}"/>
              </a:ext>
            </a:extLst>
          </p:cNvPr>
          <p:cNvSpPr/>
          <p:nvPr/>
        </p:nvSpPr>
        <p:spPr>
          <a:xfrm>
            <a:off x="3545258" y="1951206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735588-05F0-DA3F-3DE3-E03000F98894}"/>
              </a:ext>
            </a:extLst>
          </p:cNvPr>
          <p:cNvSpPr/>
          <p:nvPr/>
        </p:nvSpPr>
        <p:spPr>
          <a:xfrm>
            <a:off x="3168487" y="1685208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78C3BD3-F9D0-3A43-2121-1FBD418CA5F7}"/>
              </a:ext>
            </a:extLst>
          </p:cNvPr>
          <p:cNvSpPr/>
          <p:nvPr/>
        </p:nvSpPr>
        <p:spPr>
          <a:xfrm>
            <a:off x="3231990" y="1847348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E51BF09-D260-FC13-ED43-3447B4C7928B}"/>
              </a:ext>
            </a:extLst>
          </p:cNvPr>
          <p:cNvSpPr/>
          <p:nvPr/>
        </p:nvSpPr>
        <p:spPr>
          <a:xfrm>
            <a:off x="3277709" y="1974065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157E52B-F848-8A09-2FA0-8E6CAB1465A6}"/>
              </a:ext>
            </a:extLst>
          </p:cNvPr>
          <p:cNvSpPr/>
          <p:nvPr/>
        </p:nvSpPr>
        <p:spPr>
          <a:xfrm>
            <a:off x="4716369" y="1441367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B3DAF83-ED11-FAAE-544E-1B0AAE65C739}"/>
              </a:ext>
            </a:extLst>
          </p:cNvPr>
          <p:cNvSpPr/>
          <p:nvPr/>
        </p:nvSpPr>
        <p:spPr>
          <a:xfrm>
            <a:off x="5326371" y="204712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5977E38-F9CC-E9E7-E64E-BCDA35130D38}"/>
              </a:ext>
            </a:extLst>
          </p:cNvPr>
          <p:cNvSpPr/>
          <p:nvPr/>
        </p:nvSpPr>
        <p:spPr>
          <a:xfrm>
            <a:off x="4949600" y="178194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C98831A-3399-8B68-643C-2ED2D2D6573B}"/>
              </a:ext>
            </a:extLst>
          </p:cNvPr>
          <p:cNvSpPr/>
          <p:nvPr/>
        </p:nvSpPr>
        <p:spPr>
          <a:xfrm>
            <a:off x="5013103" y="194408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1C1B5B6-F6C4-CAF6-1E93-94EC8433007E}"/>
              </a:ext>
            </a:extLst>
          </p:cNvPr>
          <p:cNvSpPr/>
          <p:nvPr/>
        </p:nvSpPr>
        <p:spPr>
          <a:xfrm>
            <a:off x="5058822" y="206388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550757F4-460E-D078-0EF9-DE68ABE5DC4E}"/>
              </a:ext>
            </a:extLst>
          </p:cNvPr>
          <p:cNvSpPr/>
          <p:nvPr/>
        </p:nvSpPr>
        <p:spPr>
          <a:xfrm rot="16200000">
            <a:off x="4738099" y="2008731"/>
            <a:ext cx="168070" cy="23509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E81C729-7A5E-D941-440F-4292C1A97F47}"/>
              </a:ext>
            </a:extLst>
          </p:cNvPr>
          <p:cNvCxnSpPr>
            <a:cxnSpLocks/>
          </p:cNvCxnSpPr>
          <p:nvPr/>
        </p:nvCxnSpPr>
        <p:spPr>
          <a:xfrm flipV="1">
            <a:off x="4704585" y="1577246"/>
            <a:ext cx="0" cy="48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22CC7B1-E850-DCD4-6CCE-D500709C1BB5}"/>
              </a:ext>
            </a:extLst>
          </p:cNvPr>
          <p:cNvCxnSpPr>
            <a:cxnSpLocks/>
          </p:cNvCxnSpPr>
          <p:nvPr/>
        </p:nvCxnSpPr>
        <p:spPr>
          <a:xfrm flipH="1" flipV="1">
            <a:off x="4933703" y="1553331"/>
            <a:ext cx="6364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47380A7-DEF8-DCF0-AA00-E4882C38E5EF}"/>
              </a:ext>
            </a:extLst>
          </p:cNvPr>
          <p:cNvSpPr txBox="1"/>
          <p:nvPr/>
        </p:nvSpPr>
        <p:spPr>
          <a:xfrm rot="16200000">
            <a:off x="4450855" y="1714278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censored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58CD4B64-0076-469B-D897-A23399941AE4}"/>
              </a:ext>
            </a:extLst>
          </p:cNvPr>
          <p:cNvSpPr/>
          <p:nvPr/>
        </p:nvSpPr>
        <p:spPr>
          <a:xfrm>
            <a:off x="4196268" y="1672041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D61A32-2860-03C5-07F7-4562994E8276}"/>
              </a:ext>
            </a:extLst>
          </p:cNvPr>
          <p:cNvSpPr txBox="1"/>
          <p:nvPr/>
        </p:nvSpPr>
        <p:spPr>
          <a:xfrm>
            <a:off x="4510868" y="2209033"/>
            <a:ext cx="1620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Fit distribution using maximum likelihood</a:t>
            </a:r>
          </a:p>
          <a:p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404E1B-597F-780A-C890-03C8AC9F2706}"/>
              </a:ext>
            </a:extLst>
          </p:cNvPr>
          <p:cNvSpPr txBox="1"/>
          <p:nvPr/>
        </p:nvSpPr>
        <p:spPr>
          <a:xfrm>
            <a:off x="2628585" y="2209033"/>
            <a:ext cx="1620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Dataset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477001-72C2-F948-FD7A-2AA41B56C067}"/>
              </a:ext>
            </a:extLst>
          </p:cNvPr>
          <p:cNvSpPr txBox="1"/>
          <p:nvPr/>
        </p:nvSpPr>
        <p:spPr>
          <a:xfrm>
            <a:off x="2715512" y="955977"/>
            <a:ext cx="1949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Samples Censored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9295BA-6B76-316B-3A49-88C70A1D16BD}"/>
              </a:ext>
            </a:extLst>
          </p:cNvPr>
          <p:cNvSpPr txBox="1"/>
          <p:nvPr/>
        </p:nvSpPr>
        <p:spPr>
          <a:xfrm>
            <a:off x="4742662" y="961750"/>
            <a:ext cx="1153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MLE - NM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F2B97D-FAD0-F653-7A41-D06C9BDBD90A}"/>
              </a:ext>
            </a:extLst>
          </p:cNvPr>
          <p:cNvSpPr txBox="1"/>
          <p:nvPr/>
        </p:nvSpPr>
        <p:spPr>
          <a:xfrm>
            <a:off x="7171106" y="955977"/>
            <a:ext cx="2243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Monte Carlo Method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39433CC-2808-A7D8-8A59-FC5290F58FFA}"/>
              </a:ext>
            </a:extLst>
          </p:cNvPr>
          <p:cNvSpPr/>
          <p:nvPr/>
        </p:nvSpPr>
        <p:spPr>
          <a:xfrm>
            <a:off x="6939779" y="1794097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46A0063-1DA0-6887-B732-72979666309F}"/>
              </a:ext>
            </a:extLst>
          </p:cNvPr>
          <p:cNvSpPr/>
          <p:nvPr/>
        </p:nvSpPr>
        <p:spPr>
          <a:xfrm>
            <a:off x="5333145" y="2047126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388E91D-613A-6AC3-44FC-9851D46FE5E3}"/>
              </a:ext>
            </a:extLst>
          </p:cNvPr>
          <p:cNvSpPr/>
          <p:nvPr/>
        </p:nvSpPr>
        <p:spPr>
          <a:xfrm>
            <a:off x="4956374" y="1781949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88535B4-5B44-73B0-98F6-66830ABFDB45}"/>
              </a:ext>
            </a:extLst>
          </p:cNvPr>
          <p:cNvSpPr/>
          <p:nvPr/>
        </p:nvSpPr>
        <p:spPr>
          <a:xfrm>
            <a:off x="5019877" y="1944089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2654D79-7A83-DE80-8BFF-ECF6CDEE7385}"/>
              </a:ext>
            </a:extLst>
          </p:cNvPr>
          <p:cNvSpPr/>
          <p:nvPr/>
        </p:nvSpPr>
        <p:spPr>
          <a:xfrm>
            <a:off x="5065596" y="2063889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67EACDA-BC8C-ED6E-484B-950B4C4E78E9}"/>
              </a:ext>
            </a:extLst>
          </p:cNvPr>
          <p:cNvSpPr/>
          <p:nvPr/>
        </p:nvSpPr>
        <p:spPr>
          <a:xfrm>
            <a:off x="6701728" y="3059207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noFill/>
          <a:ln w="12700">
            <a:solidFill>
              <a:schemeClr val="tx1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941AC3-BE94-3C8F-0FDE-25A115B8A975}"/>
              </a:ext>
            </a:extLst>
          </p:cNvPr>
          <p:cNvSpPr txBox="1"/>
          <p:nvPr/>
        </p:nvSpPr>
        <p:spPr>
          <a:xfrm>
            <a:off x="6393151" y="3800525"/>
            <a:ext cx="1742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Impute censored points calculate new distribution parameters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163E51-B986-52DC-6D73-E26BD843316B}"/>
              </a:ext>
            </a:extLst>
          </p:cNvPr>
          <p:cNvSpPr txBox="1"/>
          <p:nvPr/>
        </p:nvSpPr>
        <p:spPr>
          <a:xfrm>
            <a:off x="8397780" y="3800525"/>
            <a:ext cx="174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Repeat 10000 times to find average distribution parameters</a:t>
            </a: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F249AEF6-7157-9C38-4A5D-EA137C95BD60}"/>
              </a:ext>
            </a:extLst>
          </p:cNvPr>
          <p:cNvSpPr/>
          <p:nvPr/>
        </p:nvSpPr>
        <p:spPr>
          <a:xfrm>
            <a:off x="6099187" y="3305543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C33BDF37-86CF-2565-A751-6422D633AC7D}"/>
              </a:ext>
            </a:extLst>
          </p:cNvPr>
          <p:cNvSpPr/>
          <p:nvPr/>
        </p:nvSpPr>
        <p:spPr>
          <a:xfrm>
            <a:off x="7948443" y="3308336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4033EB9-0998-4D7B-F620-B4F0002F439F}"/>
              </a:ext>
            </a:extLst>
          </p:cNvPr>
          <p:cNvSpPr/>
          <p:nvPr/>
        </p:nvSpPr>
        <p:spPr>
          <a:xfrm>
            <a:off x="6884592" y="3229610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216F860-428E-F324-A094-7B44BED6C73E}"/>
              </a:ext>
            </a:extLst>
          </p:cNvPr>
          <p:cNvSpPr/>
          <p:nvPr/>
        </p:nvSpPr>
        <p:spPr>
          <a:xfrm>
            <a:off x="7417001" y="3663352"/>
            <a:ext cx="45719" cy="45719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75E9B95-6ADC-3BFD-51ED-DB66E3375F61}"/>
              </a:ext>
            </a:extLst>
          </p:cNvPr>
          <p:cNvSpPr/>
          <p:nvPr/>
        </p:nvSpPr>
        <p:spPr>
          <a:xfrm>
            <a:off x="6775465" y="3469738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FD37087-24E6-725A-6DBA-6D3E00D3873F}"/>
              </a:ext>
            </a:extLst>
          </p:cNvPr>
          <p:cNvSpPr/>
          <p:nvPr/>
        </p:nvSpPr>
        <p:spPr>
          <a:xfrm>
            <a:off x="7017403" y="3566849"/>
            <a:ext cx="45719" cy="4571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7979CD4-B300-CA4D-761C-E502C65062E3}"/>
              </a:ext>
            </a:extLst>
          </p:cNvPr>
          <p:cNvSpPr/>
          <p:nvPr/>
        </p:nvSpPr>
        <p:spPr>
          <a:xfrm>
            <a:off x="6747636" y="3636010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4E2F3C1-2533-8641-54A9-CFE9494DEFC5}"/>
              </a:ext>
            </a:extLst>
          </p:cNvPr>
          <p:cNvSpPr/>
          <p:nvPr/>
        </p:nvSpPr>
        <p:spPr>
          <a:xfrm>
            <a:off x="7080223" y="3681729"/>
            <a:ext cx="45719" cy="4571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1F86E5DE-090C-5AD9-A26F-109D79B2A1D9}"/>
              </a:ext>
            </a:extLst>
          </p:cNvPr>
          <p:cNvSpPr/>
          <p:nvPr/>
        </p:nvSpPr>
        <p:spPr>
          <a:xfrm>
            <a:off x="4766691" y="3085670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A2ACFDA0-9A2D-459F-D9EF-DABEDEA710E1}"/>
              </a:ext>
            </a:extLst>
          </p:cNvPr>
          <p:cNvSpPr/>
          <p:nvPr/>
        </p:nvSpPr>
        <p:spPr>
          <a:xfrm>
            <a:off x="4196268" y="3308336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F874B8-7A4D-594F-4E16-973DEB71E6D2}"/>
              </a:ext>
            </a:extLst>
          </p:cNvPr>
          <p:cNvSpPr txBox="1"/>
          <p:nvPr/>
        </p:nvSpPr>
        <p:spPr>
          <a:xfrm>
            <a:off x="4510868" y="3800525"/>
            <a:ext cx="1620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Fit distribution using maximum likelihood</a:t>
            </a:r>
          </a:p>
          <a:p>
            <a:endParaRPr lang="en-US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29BDC0F-034F-9B43-E339-7D6BBC42E9ED}"/>
              </a:ext>
            </a:extLst>
          </p:cNvPr>
          <p:cNvSpPr txBox="1"/>
          <p:nvPr/>
        </p:nvSpPr>
        <p:spPr>
          <a:xfrm>
            <a:off x="2628584" y="3800525"/>
            <a:ext cx="1620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Dataset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6678672-2FD3-48C9-C238-DBAA65DDB739}"/>
              </a:ext>
            </a:extLst>
          </p:cNvPr>
          <p:cNvSpPr txBox="1"/>
          <p:nvPr/>
        </p:nvSpPr>
        <p:spPr>
          <a:xfrm>
            <a:off x="2715512" y="2737087"/>
            <a:ext cx="1871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Semiquantitative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0681EF2-1E73-46BD-CDE2-6919C2BC66D4}"/>
              </a:ext>
            </a:extLst>
          </p:cNvPr>
          <p:cNvSpPr/>
          <p:nvPr/>
        </p:nvSpPr>
        <p:spPr>
          <a:xfrm>
            <a:off x="6867798" y="3383885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B6E082E-F347-BB19-8F12-1BC7B27FA660}"/>
              </a:ext>
            </a:extLst>
          </p:cNvPr>
          <p:cNvSpPr txBox="1"/>
          <p:nvPr/>
        </p:nvSpPr>
        <p:spPr>
          <a:xfrm rot="16200000">
            <a:off x="2635066" y="3322667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censored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C5B0EA9-B9F7-B133-DEA0-8C6A82449331}"/>
              </a:ext>
            </a:extLst>
          </p:cNvPr>
          <p:cNvSpPr txBox="1"/>
          <p:nvPr/>
        </p:nvSpPr>
        <p:spPr>
          <a:xfrm>
            <a:off x="2893157" y="1315636"/>
            <a:ext cx="4235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LOD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2F8774F-EBAB-212D-BF87-C99A66D3AAED}"/>
              </a:ext>
            </a:extLst>
          </p:cNvPr>
          <p:cNvSpPr txBox="1"/>
          <p:nvPr/>
        </p:nvSpPr>
        <p:spPr>
          <a:xfrm>
            <a:off x="2715512" y="4336851"/>
            <a:ext cx="3916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Summary Statistic for Pos</a:t>
            </a:r>
            <a:r>
              <a:rPr lang="en-US" dirty="0"/>
              <a:t>itive Samples</a:t>
            </a:r>
            <a:endParaRPr lang="en-US" sz="1800" dirty="0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D1C96E38-B8C8-92AD-688D-6EB972912D8F}"/>
              </a:ext>
            </a:extLst>
          </p:cNvPr>
          <p:cNvSpPr/>
          <p:nvPr/>
        </p:nvSpPr>
        <p:spPr>
          <a:xfrm>
            <a:off x="2908847" y="4775698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28E4D73-75EB-29F0-0AED-19AC0B7F0FC8}"/>
              </a:ext>
            </a:extLst>
          </p:cNvPr>
          <p:cNvSpPr txBox="1"/>
          <p:nvPr/>
        </p:nvSpPr>
        <p:spPr>
          <a:xfrm>
            <a:off x="2628585" y="5429648"/>
            <a:ext cx="16205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 mathematical relationships on summary statistic for positive samples</a:t>
            </a:r>
          </a:p>
        </p:txBody>
      </p:sp>
      <p:sp>
        <p:nvSpPr>
          <p:cNvPr id="103" name="Arrow: Right 102">
            <a:extLst>
              <a:ext uri="{FF2B5EF4-FFF2-40B4-BE49-F238E27FC236}">
                <a16:creationId xmlns:a16="http://schemas.microsoft.com/office/drawing/2014/main" id="{4C429D04-8CCD-511E-1B9E-B0F10CE6B640}"/>
              </a:ext>
            </a:extLst>
          </p:cNvPr>
          <p:cNvSpPr/>
          <p:nvPr/>
        </p:nvSpPr>
        <p:spPr>
          <a:xfrm>
            <a:off x="4196268" y="4949384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884731E-1C7B-70F9-7263-A409684322D6}"/>
              </a:ext>
            </a:extLst>
          </p:cNvPr>
          <p:cNvSpPr/>
          <p:nvPr/>
        </p:nvSpPr>
        <p:spPr>
          <a:xfrm>
            <a:off x="4941406" y="4920553"/>
            <a:ext cx="45719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CDE621F-F7B1-4561-A58E-2D340D4F0186}"/>
              </a:ext>
            </a:extLst>
          </p:cNvPr>
          <p:cNvSpPr/>
          <p:nvPr/>
        </p:nvSpPr>
        <p:spPr>
          <a:xfrm>
            <a:off x="5347827" y="535856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E318578A-5B23-8FEE-B6C2-ECCCD0ADA76A}"/>
              </a:ext>
            </a:extLst>
          </p:cNvPr>
          <p:cNvSpPr/>
          <p:nvPr/>
        </p:nvSpPr>
        <p:spPr>
          <a:xfrm>
            <a:off x="4895687" y="5136451"/>
            <a:ext cx="45719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9049A80C-0F8F-3A13-E706-0A3B4AAC6C55}"/>
              </a:ext>
            </a:extLst>
          </p:cNvPr>
          <p:cNvSpPr/>
          <p:nvPr/>
        </p:nvSpPr>
        <p:spPr>
          <a:xfrm>
            <a:off x="5059938" y="525287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2B55B05-2FDC-D38B-6344-D0D87C94064B}"/>
              </a:ext>
            </a:extLst>
          </p:cNvPr>
          <p:cNvSpPr/>
          <p:nvPr/>
        </p:nvSpPr>
        <p:spPr>
          <a:xfrm>
            <a:off x="4849967" y="5326953"/>
            <a:ext cx="45719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0968D415-6FB6-89F9-2407-BB1C65B44147}"/>
              </a:ext>
            </a:extLst>
          </p:cNvPr>
          <p:cNvSpPr/>
          <p:nvPr/>
        </p:nvSpPr>
        <p:spPr>
          <a:xfrm>
            <a:off x="5105657" y="537267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1C71F303-5038-7060-3F2A-69AFB02AA500}"/>
              </a:ext>
            </a:extLst>
          </p:cNvPr>
          <p:cNvSpPr/>
          <p:nvPr/>
        </p:nvSpPr>
        <p:spPr>
          <a:xfrm>
            <a:off x="5008307" y="509073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FDBCAFAA-F64D-DE78-C6B0-1FEC8E2712C0}"/>
              </a:ext>
            </a:extLst>
          </p:cNvPr>
          <p:cNvSpPr/>
          <p:nvPr/>
        </p:nvSpPr>
        <p:spPr>
          <a:xfrm>
            <a:off x="6878296" y="4902327"/>
            <a:ext cx="45719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05CF2C27-7B24-6DDB-2982-96AFA17EFB85}"/>
              </a:ext>
            </a:extLst>
          </p:cNvPr>
          <p:cNvSpPr/>
          <p:nvPr/>
        </p:nvSpPr>
        <p:spPr>
          <a:xfrm>
            <a:off x="7252789" y="535444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6674C100-A6EF-CDCD-12F4-5FDBE3915E29}"/>
              </a:ext>
            </a:extLst>
          </p:cNvPr>
          <p:cNvSpPr/>
          <p:nvPr/>
        </p:nvSpPr>
        <p:spPr>
          <a:xfrm>
            <a:off x="6832577" y="5118225"/>
            <a:ext cx="45719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C9B34C3F-4965-4760-7F7C-5A911FC358FC}"/>
              </a:ext>
            </a:extLst>
          </p:cNvPr>
          <p:cNvSpPr/>
          <p:nvPr/>
        </p:nvSpPr>
        <p:spPr>
          <a:xfrm>
            <a:off x="6996828" y="523464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0C329BC7-0413-4567-1C2F-FD67091E4C22}"/>
              </a:ext>
            </a:extLst>
          </p:cNvPr>
          <p:cNvSpPr/>
          <p:nvPr/>
        </p:nvSpPr>
        <p:spPr>
          <a:xfrm>
            <a:off x="6786857" y="5308727"/>
            <a:ext cx="45719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63DFA38B-FA99-506A-AA8C-789B9000B581}"/>
              </a:ext>
            </a:extLst>
          </p:cNvPr>
          <p:cNvSpPr/>
          <p:nvPr/>
        </p:nvSpPr>
        <p:spPr>
          <a:xfrm>
            <a:off x="7042547" y="535444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858D5094-49F0-EAD2-DB8D-2EF96E6D18A6}"/>
              </a:ext>
            </a:extLst>
          </p:cNvPr>
          <p:cNvSpPr/>
          <p:nvPr/>
        </p:nvSpPr>
        <p:spPr>
          <a:xfrm>
            <a:off x="6938423" y="508727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80A36CC9-CC25-5B02-AD2F-43763833AAC6}"/>
              </a:ext>
            </a:extLst>
          </p:cNvPr>
          <p:cNvCxnSpPr>
            <a:cxnSpLocks/>
          </p:cNvCxnSpPr>
          <p:nvPr/>
        </p:nvCxnSpPr>
        <p:spPr>
          <a:xfrm flipH="1" flipV="1">
            <a:off x="4997377" y="4731344"/>
            <a:ext cx="2671" cy="7428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94FCBF96-516E-59D7-442E-F309F58CA083}"/>
              </a:ext>
            </a:extLst>
          </p:cNvPr>
          <p:cNvSpPr txBox="1"/>
          <p:nvPr/>
        </p:nvSpPr>
        <p:spPr>
          <a:xfrm>
            <a:off x="4797539" y="4540317"/>
            <a:ext cx="4235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LOD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2D45DFB-FFDE-C7BC-7C53-428692761808}"/>
              </a:ext>
            </a:extLst>
          </p:cNvPr>
          <p:cNvCxnSpPr>
            <a:cxnSpLocks/>
          </p:cNvCxnSpPr>
          <p:nvPr/>
        </p:nvCxnSpPr>
        <p:spPr>
          <a:xfrm flipH="1" flipV="1">
            <a:off x="6927172" y="4717728"/>
            <a:ext cx="2671" cy="7428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9FA6DCB7-2991-2753-BC0E-E4DB1BCBBBC4}"/>
              </a:ext>
            </a:extLst>
          </p:cNvPr>
          <p:cNvSpPr txBox="1"/>
          <p:nvPr/>
        </p:nvSpPr>
        <p:spPr>
          <a:xfrm>
            <a:off x="6727334" y="4526701"/>
            <a:ext cx="4235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LOD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90C2A83-253D-90E1-3CD2-8B674AF8E2D2}"/>
              </a:ext>
            </a:extLst>
          </p:cNvPr>
          <p:cNvSpPr txBox="1"/>
          <p:nvPr/>
        </p:nvSpPr>
        <p:spPr>
          <a:xfrm>
            <a:off x="4510868" y="5429648"/>
            <a:ext cx="1620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 distribution to generate values above and below LOD</a:t>
            </a: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3B0EC9EF-958B-996D-3581-9783107E8821}"/>
              </a:ext>
            </a:extLst>
          </p:cNvPr>
          <p:cNvSpPr/>
          <p:nvPr/>
        </p:nvSpPr>
        <p:spPr>
          <a:xfrm>
            <a:off x="4797539" y="4768635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Arrow: Right 124">
            <a:extLst>
              <a:ext uri="{FF2B5EF4-FFF2-40B4-BE49-F238E27FC236}">
                <a16:creationId xmlns:a16="http://schemas.microsoft.com/office/drawing/2014/main" id="{9B8031F7-F2F9-F772-58AB-ED3F79557C26}"/>
              </a:ext>
            </a:extLst>
          </p:cNvPr>
          <p:cNvSpPr/>
          <p:nvPr/>
        </p:nvSpPr>
        <p:spPr>
          <a:xfrm>
            <a:off x="6099187" y="4946591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BC281FC-4CCC-9362-B452-B6BB22A62464}"/>
              </a:ext>
            </a:extLst>
          </p:cNvPr>
          <p:cNvSpPr txBox="1"/>
          <p:nvPr/>
        </p:nvSpPr>
        <p:spPr>
          <a:xfrm>
            <a:off x="6393151" y="5429648"/>
            <a:ext cx="1620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Calculate new distribution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695D21E-81EB-61B0-6B2A-D314F5EF0DC2}"/>
              </a:ext>
            </a:extLst>
          </p:cNvPr>
          <p:cNvSpPr txBox="1"/>
          <p:nvPr/>
        </p:nvSpPr>
        <p:spPr>
          <a:xfrm>
            <a:off x="8378060" y="5429647"/>
            <a:ext cx="174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Repeat 10000 times to find average distribution parameters</a:t>
            </a:r>
          </a:p>
        </p:txBody>
      </p:sp>
      <p:sp>
        <p:nvSpPr>
          <p:cNvPr id="132" name="Arrow: Right 131">
            <a:extLst>
              <a:ext uri="{FF2B5EF4-FFF2-40B4-BE49-F238E27FC236}">
                <a16:creationId xmlns:a16="http://schemas.microsoft.com/office/drawing/2014/main" id="{5527E97F-B435-8171-264B-422250DB193E}"/>
              </a:ext>
            </a:extLst>
          </p:cNvPr>
          <p:cNvSpPr/>
          <p:nvPr/>
        </p:nvSpPr>
        <p:spPr>
          <a:xfrm>
            <a:off x="8002817" y="4949384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B7279B4-9871-BB2B-CB94-507A4D768438}"/>
              </a:ext>
            </a:extLst>
          </p:cNvPr>
          <p:cNvSpPr txBox="1"/>
          <p:nvPr/>
        </p:nvSpPr>
        <p:spPr>
          <a:xfrm>
            <a:off x="2715512" y="6267716"/>
            <a:ext cx="3916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Synthesis</a:t>
            </a:r>
            <a:endParaRPr lang="en-US" sz="18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2BAE20E-F4C7-21F7-51E0-65D1B76ACABD}"/>
              </a:ext>
            </a:extLst>
          </p:cNvPr>
          <p:cNvSpPr txBox="1"/>
          <p:nvPr/>
        </p:nvSpPr>
        <p:spPr>
          <a:xfrm>
            <a:off x="2628585" y="7455202"/>
            <a:ext cx="1620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Weight each distribution based on GRADE</a:t>
            </a:r>
          </a:p>
        </p:txBody>
      </p:sp>
      <p:sp>
        <p:nvSpPr>
          <p:cNvPr id="135" name="Arrow: Right 134">
            <a:extLst>
              <a:ext uri="{FF2B5EF4-FFF2-40B4-BE49-F238E27FC236}">
                <a16:creationId xmlns:a16="http://schemas.microsoft.com/office/drawing/2014/main" id="{EEC9FF9F-8FAC-9A1C-E870-4DA3BBD232E2}"/>
              </a:ext>
            </a:extLst>
          </p:cNvPr>
          <p:cNvSpPr/>
          <p:nvPr/>
        </p:nvSpPr>
        <p:spPr>
          <a:xfrm>
            <a:off x="4201509" y="6884598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D7BDE516-944C-9DC1-0FCF-5454653EBF74}"/>
              </a:ext>
            </a:extLst>
          </p:cNvPr>
          <p:cNvSpPr/>
          <p:nvPr/>
        </p:nvSpPr>
        <p:spPr>
          <a:xfrm>
            <a:off x="6893113" y="692793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49238948-6E24-CCC7-7EF2-F888A2CAEDFC}"/>
              </a:ext>
            </a:extLst>
          </p:cNvPr>
          <p:cNvSpPr/>
          <p:nvPr/>
        </p:nvSpPr>
        <p:spPr>
          <a:xfrm>
            <a:off x="7324913" y="7357191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A769B57D-6D04-F530-2910-71774E3FAFC8}"/>
              </a:ext>
            </a:extLst>
          </p:cNvPr>
          <p:cNvSpPr/>
          <p:nvPr/>
        </p:nvSpPr>
        <p:spPr>
          <a:xfrm>
            <a:off x="6847394" y="7143829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41446D85-C887-15C2-FDCF-6921E19136DA}"/>
              </a:ext>
            </a:extLst>
          </p:cNvPr>
          <p:cNvSpPr/>
          <p:nvPr/>
        </p:nvSpPr>
        <p:spPr>
          <a:xfrm>
            <a:off x="7011645" y="7260250"/>
            <a:ext cx="45719" cy="4571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D1801D32-8F5A-F936-B7BE-545B43DC92A4}"/>
              </a:ext>
            </a:extLst>
          </p:cNvPr>
          <p:cNvSpPr/>
          <p:nvPr/>
        </p:nvSpPr>
        <p:spPr>
          <a:xfrm>
            <a:off x="6801674" y="733433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9E42B966-FFFE-156B-AAA5-75D927CBA080}"/>
              </a:ext>
            </a:extLst>
          </p:cNvPr>
          <p:cNvSpPr/>
          <p:nvPr/>
        </p:nvSpPr>
        <p:spPr>
          <a:xfrm>
            <a:off x="7057364" y="738005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2D33F1E7-DF65-41CC-996C-4EC04EFC5B96}"/>
              </a:ext>
            </a:extLst>
          </p:cNvPr>
          <p:cNvSpPr/>
          <p:nvPr/>
        </p:nvSpPr>
        <p:spPr>
          <a:xfrm>
            <a:off x="6953240" y="7112878"/>
            <a:ext cx="45719" cy="4571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E38EDC8-5B56-A0AE-AF60-0A8E9F5CFAA6}"/>
              </a:ext>
            </a:extLst>
          </p:cNvPr>
          <p:cNvSpPr txBox="1"/>
          <p:nvPr/>
        </p:nvSpPr>
        <p:spPr>
          <a:xfrm>
            <a:off x="4516109" y="7455202"/>
            <a:ext cx="1620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Generate 10000 values from distributions based on weight</a:t>
            </a:r>
          </a:p>
        </p:txBody>
      </p:sp>
      <p:sp>
        <p:nvSpPr>
          <p:cNvPr id="145" name="Arrow: Right 144">
            <a:extLst>
              <a:ext uri="{FF2B5EF4-FFF2-40B4-BE49-F238E27FC236}">
                <a16:creationId xmlns:a16="http://schemas.microsoft.com/office/drawing/2014/main" id="{29007285-0602-B287-8214-C982EFC2D079}"/>
              </a:ext>
            </a:extLst>
          </p:cNvPr>
          <p:cNvSpPr/>
          <p:nvPr/>
        </p:nvSpPr>
        <p:spPr>
          <a:xfrm>
            <a:off x="6104428" y="6881805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685E9BE-10C5-D9D5-9376-C5B456931811}"/>
              </a:ext>
            </a:extLst>
          </p:cNvPr>
          <p:cNvSpPr txBox="1"/>
          <p:nvPr/>
        </p:nvSpPr>
        <p:spPr>
          <a:xfrm>
            <a:off x="6398392" y="7435676"/>
            <a:ext cx="1620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Calculate new distribution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519231B-94DE-176A-0828-147F69570150}"/>
              </a:ext>
            </a:extLst>
          </p:cNvPr>
          <p:cNvSpPr txBox="1"/>
          <p:nvPr/>
        </p:nvSpPr>
        <p:spPr>
          <a:xfrm>
            <a:off x="8403021" y="7455202"/>
            <a:ext cx="174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Repeat 10000 times to find average distribution parameters</a:t>
            </a:r>
          </a:p>
        </p:txBody>
      </p:sp>
      <p:sp>
        <p:nvSpPr>
          <p:cNvPr id="148" name="Arrow: Right 147">
            <a:extLst>
              <a:ext uri="{FF2B5EF4-FFF2-40B4-BE49-F238E27FC236}">
                <a16:creationId xmlns:a16="http://schemas.microsoft.com/office/drawing/2014/main" id="{A0D9AD77-2D12-11C3-808F-5F0F53C42B31}"/>
              </a:ext>
            </a:extLst>
          </p:cNvPr>
          <p:cNvSpPr/>
          <p:nvPr/>
        </p:nvSpPr>
        <p:spPr>
          <a:xfrm>
            <a:off x="8095682" y="6884598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B620C188-5AE2-8E7F-F2D5-829CB810C701}"/>
              </a:ext>
            </a:extLst>
          </p:cNvPr>
          <p:cNvSpPr/>
          <p:nvPr/>
        </p:nvSpPr>
        <p:spPr>
          <a:xfrm>
            <a:off x="2737109" y="6658211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7DACA395-801B-1E35-8A37-9D1CAC4BEA96}"/>
              </a:ext>
            </a:extLst>
          </p:cNvPr>
          <p:cNvSpPr/>
          <p:nvPr/>
        </p:nvSpPr>
        <p:spPr>
          <a:xfrm>
            <a:off x="3399212" y="6655406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BA729E2E-AB3A-5D1C-F9B8-48E963C79D2C}"/>
              </a:ext>
            </a:extLst>
          </p:cNvPr>
          <p:cNvSpPr/>
          <p:nvPr/>
        </p:nvSpPr>
        <p:spPr>
          <a:xfrm>
            <a:off x="2733655" y="7061808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8A696FD3-C727-E48E-F5E4-094FDB96A8B2}"/>
              </a:ext>
            </a:extLst>
          </p:cNvPr>
          <p:cNvSpPr/>
          <p:nvPr/>
        </p:nvSpPr>
        <p:spPr>
          <a:xfrm>
            <a:off x="3404725" y="7055304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473D886C-4EAD-8969-30EF-78AC438C56C4}"/>
              </a:ext>
            </a:extLst>
          </p:cNvPr>
          <p:cNvSpPr/>
          <p:nvPr/>
        </p:nvSpPr>
        <p:spPr>
          <a:xfrm>
            <a:off x="5542929" y="7323845"/>
            <a:ext cx="45719" cy="4571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1AA18E8A-53FE-8AF5-CD33-16C56AE4C5DB}"/>
              </a:ext>
            </a:extLst>
          </p:cNvPr>
          <p:cNvSpPr/>
          <p:nvPr/>
        </p:nvSpPr>
        <p:spPr>
          <a:xfrm>
            <a:off x="4826062" y="7235267"/>
            <a:ext cx="45719" cy="4571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60" name="Picture 159">
            <a:extLst>
              <a:ext uri="{FF2B5EF4-FFF2-40B4-BE49-F238E27FC236}">
                <a16:creationId xmlns:a16="http://schemas.microsoft.com/office/drawing/2014/main" id="{5DA45A4E-93FC-60A9-0648-B7D8E480D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042" y="6840148"/>
            <a:ext cx="334127" cy="170861"/>
          </a:xfrm>
          <a:prstGeom prst="rect">
            <a:avLst/>
          </a:prstGeom>
        </p:spPr>
      </p:pic>
      <p:sp>
        <p:nvSpPr>
          <p:cNvPr id="165" name="Oval 164">
            <a:extLst>
              <a:ext uri="{FF2B5EF4-FFF2-40B4-BE49-F238E27FC236}">
                <a16:creationId xmlns:a16="http://schemas.microsoft.com/office/drawing/2014/main" id="{0FC19F2F-AE64-F921-FD74-0903D67A34A5}"/>
              </a:ext>
            </a:extLst>
          </p:cNvPr>
          <p:cNvSpPr/>
          <p:nvPr/>
        </p:nvSpPr>
        <p:spPr>
          <a:xfrm>
            <a:off x="6865629" y="3604533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D75381FA-4270-AE06-44F7-369E90B9ED2E}"/>
              </a:ext>
            </a:extLst>
          </p:cNvPr>
          <p:cNvGrpSpPr/>
          <p:nvPr/>
        </p:nvGrpSpPr>
        <p:grpSpPr>
          <a:xfrm>
            <a:off x="2862147" y="1506304"/>
            <a:ext cx="264791" cy="720458"/>
            <a:chOff x="1756916" y="1827667"/>
            <a:chExt cx="264791" cy="720458"/>
          </a:xfrm>
        </p:grpSpPr>
        <p:sp>
          <p:nvSpPr>
            <p:cNvPr id="166" name="Left Brace 165">
              <a:extLst>
                <a:ext uri="{FF2B5EF4-FFF2-40B4-BE49-F238E27FC236}">
                  <a16:creationId xmlns:a16="http://schemas.microsoft.com/office/drawing/2014/main" id="{1B9914B5-1C67-3187-E263-BB38EC461E96}"/>
                </a:ext>
              </a:extLst>
            </p:cNvPr>
            <p:cNvSpPr/>
            <p:nvPr/>
          </p:nvSpPr>
          <p:spPr>
            <a:xfrm rot="16200000">
              <a:off x="1819739" y="2346541"/>
              <a:ext cx="168070" cy="235097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5293BD0-1ABA-7DD4-6CFC-DDF688951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6225" y="1915056"/>
              <a:ext cx="0" cy="4824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1275134D-D0D6-05BD-8E78-12E225C0C9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15343" y="1891141"/>
              <a:ext cx="6364" cy="4889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8953C446-26FC-234E-5D23-CB6BA46DA411}"/>
                </a:ext>
              </a:extLst>
            </p:cNvPr>
            <p:cNvSpPr txBox="1"/>
            <p:nvPr/>
          </p:nvSpPr>
          <p:spPr>
            <a:xfrm rot="16200000">
              <a:off x="1532495" y="2052088"/>
              <a:ext cx="7104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censored</a:t>
              </a:r>
            </a:p>
          </p:txBody>
        </p:sp>
      </p:grpSp>
      <p:pic>
        <p:nvPicPr>
          <p:cNvPr id="171" name="Picture 170">
            <a:extLst>
              <a:ext uri="{FF2B5EF4-FFF2-40B4-BE49-F238E27FC236}">
                <a16:creationId xmlns:a16="http://schemas.microsoft.com/office/drawing/2014/main" id="{B343B308-ACEE-E768-73BE-42C231D00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528" y="1393273"/>
            <a:ext cx="617049" cy="389161"/>
          </a:xfrm>
          <a:prstGeom prst="rect">
            <a:avLst/>
          </a:prstGeom>
        </p:spPr>
      </p:pic>
      <p:pic>
        <p:nvPicPr>
          <p:cNvPr id="172" name="Picture 171">
            <a:extLst>
              <a:ext uri="{FF2B5EF4-FFF2-40B4-BE49-F238E27FC236}">
                <a16:creationId xmlns:a16="http://schemas.microsoft.com/office/drawing/2014/main" id="{3094492C-4BAA-2B3F-B858-1FEB821E4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9492" y="1400209"/>
            <a:ext cx="617049" cy="389161"/>
          </a:xfrm>
          <a:prstGeom prst="rect">
            <a:avLst/>
          </a:prstGeom>
          <a:ln>
            <a:noFill/>
          </a:ln>
        </p:spPr>
      </p:pic>
      <p:pic>
        <p:nvPicPr>
          <p:cNvPr id="173" name="Picture 172">
            <a:extLst>
              <a:ext uri="{FF2B5EF4-FFF2-40B4-BE49-F238E27FC236}">
                <a16:creationId xmlns:a16="http://schemas.microsoft.com/office/drawing/2014/main" id="{FF9FAAFD-8C94-7FFE-DFB3-577B20C1B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9493" y="1838453"/>
            <a:ext cx="617049" cy="389161"/>
          </a:xfrm>
          <a:prstGeom prst="rect">
            <a:avLst/>
          </a:prstGeom>
        </p:spPr>
      </p:pic>
      <p:pic>
        <p:nvPicPr>
          <p:cNvPr id="174" name="Picture 173">
            <a:extLst>
              <a:ext uri="{FF2B5EF4-FFF2-40B4-BE49-F238E27FC236}">
                <a16:creationId xmlns:a16="http://schemas.microsoft.com/office/drawing/2014/main" id="{2C510268-A18E-1C4C-4AA0-75E94F0E3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527" y="1847663"/>
            <a:ext cx="617049" cy="389161"/>
          </a:xfrm>
          <a:prstGeom prst="rect">
            <a:avLst/>
          </a:prstGeom>
        </p:spPr>
      </p:pic>
      <p:sp>
        <p:nvSpPr>
          <p:cNvPr id="177" name="Left Brace 176">
            <a:extLst>
              <a:ext uri="{FF2B5EF4-FFF2-40B4-BE49-F238E27FC236}">
                <a16:creationId xmlns:a16="http://schemas.microsoft.com/office/drawing/2014/main" id="{EB544FF2-81D1-AD7D-3626-0DAE82796BE3}"/>
              </a:ext>
            </a:extLst>
          </p:cNvPr>
          <p:cNvSpPr/>
          <p:nvPr/>
        </p:nvSpPr>
        <p:spPr>
          <a:xfrm rot="16200000">
            <a:off x="2926136" y="3622140"/>
            <a:ext cx="174533" cy="35252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80C1DFFC-0528-78AE-7A5B-E50BD4D06E26}"/>
              </a:ext>
            </a:extLst>
          </p:cNvPr>
          <p:cNvCxnSpPr>
            <a:cxnSpLocks/>
          </p:cNvCxnSpPr>
          <p:nvPr/>
        </p:nvCxnSpPr>
        <p:spPr>
          <a:xfrm flipV="1">
            <a:off x="3188023" y="3236352"/>
            <a:ext cx="0" cy="48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5A652C67-446F-B628-A524-01718A04EA01}"/>
              </a:ext>
            </a:extLst>
          </p:cNvPr>
          <p:cNvCxnSpPr>
            <a:cxnSpLocks/>
          </p:cNvCxnSpPr>
          <p:nvPr/>
        </p:nvCxnSpPr>
        <p:spPr>
          <a:xfrm flipV="1">
            <a:off x="2837139" y="3229888"/>
            <a:ext cx="0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C9F937B5-F733-52E1-B962-4CFD3689ED5D}"/>
              </a:ext>
            </a:extLst>
          </p:cNvPr>
          <p:cNvCxnSpPr>
            <a:cxnSpLocks/>
          </p:cNvCxnSpPr>
          <p:nvPr/>
        </p:nvCxnSpPr>
        <p:spPr>
          <a:xfrm flipV="1">
            <a:off x="3541807" y="3229888"/>
            <a:ext cx="0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EDACBACC-16CE-A2B3-BBB0-2F090BE07746}"/>
              </a:ext>
            </a:extLst>
          </p:cNvPr>
          <p:cNvCxnSpPr>
            <a:cxnSpLocks/>
          </p:cNvCxnSpPr>
          <p:nvPr/>
        </p:nvCxnSpPr>
        <p:spPr>
          <a:xfrm flipV="1">
            <a:off x="3894334" y="3236352"/>
            <a:ext cx="0" cy="48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Left Brace 181">
            <a:extLst>
              <a:ext uri="{FF2B5EF4-FFF2-40B4-BE49-F238E27FC236}">
                <a16:creationId xmlns:a16="http://schemas.microsoft.com/office/drawing/2014/main" id="{1D9B370D-06AA-11D8-A2E2-AE4BBB6324F9}"/>
              </a:ext>
            </a:extLst>
          </p:cNvPr>
          <p:cNvSpPr/>
          <p:nvPr/>
        </p:nvSpPr>
        <p:spPr>
          <a:xfrm rot="16200000">
            <a:off x="3278665" y="3622140"/>
            <a:ext cx="174533" cy="35252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Left Brace 182">
            <a:extLst>
              <a:ext uri="{FF2B5EF4-FFF2-40B4-BE49-F238E27FC236}">
                <a16:creationId xmlns:a16="http://schemas.microsoft.com/office/drawing/2014/main" id="{70F0DA08-40B5-F46C-723E-58094B94A2CB}"/>
              </a:ext>
            </a:extLst>
          </p:cNvPr>
          <p:cNvSpPr/>
          <p:nvPr/>
        </p:nvSpPr>
        <p:spPr>
          <a:xfrm rot="16200000">
            <a:off x="3630804" y="3622140"/>
            <a:ext cx="174533" cy="35252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25836A3-6D73-08D3-7713-BBABE5C5AFD3}"/>
              </a:ext>
            </a:extLst>
          </p:cNvPr>
          <p:cNvSpPr txBox="1"/>
          <p:nvPr/>
        </p:nvSpPr>
        <p:spPr>
          <a:xfrm rot="16200000">
            <a:off x="3009869" y="3322667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censored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B2DB6CB9-DB21-B868-FBFF-3FD101230029}"/>
              </a:ext>
            </a:extLst>
          </p:cNvPr>
          <p:cNvSpPr txBox="1"/>
          <p:nvPr/>
        </p:nvSpPr>
        <p:spPr>
          <a:xfrm rot="16200000">
            <a:off x="3357025" y="3322667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censored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BE8616E-6900-43BC-75D9-9CD3321B4B0B}"/>
              </a:ext>
            </a:extLst>
          </p:cNvPr>
          <p:cNvSpPr txBox="1"/>
          <p:nvPr/>
        </p:nvSpPr>
        <p:spPr>
          <a:xfrm rot="16200000">
            <a:off x="4570472" y="3311090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censored</a:t>
            </a:r>
          </a:p>
        </p:txBody>
      </p:sp>
      <p:sp>
        <p:nvSpPr>
          <p:cNvPr id="187" name="Left Brace 186">
            <a:extLst>
              <a:ext uri="{FF2B5EF4-FFF2-40B4-BE49-F238E27FC236}">
                <a16:creationId xmlns:a16="http://schemas.microsoft.com/office/drawing/2014/main" id="{71E6F387-AFFF-13D2-688E-FF9E599D8543}"/>
              </a:ext>
            </a:extLst>
          </p:cNvPr>
          <p:cNvSpPr/>
          <p:nvPr/>
        </p:nvSpPr>
        <p:spPr>
          <a:xfrm rot="16200000">
            <a:off x="4861542" y="3610563"/>
            <a:ext cx="174533" cy="35252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DE0B3B55-0DC7-02DE-B78F-B7C2F9AE3059}"/>
              </a:ext>
            </a:extLst>
          </p:cNvPr>
          <p:cNvCxnSpPr>
            <a:cxnSpLocks/>
          </p:cNvCxnSpPr>
          <p:nvPr/>
        </p:nvCxnSpPr>
        <p:spPr>
          <a:xfrm flipV="1">
            <a:off x="5123429" y="3224775"/>
            <a:ext cx="0" cy="48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D3D92706-6342-F36D-CEF2-C5491E70DB11}"/>
              </a:ext>
            </a:extLst>
          </p:cNvPr>
          <p:cNvCxnSpPr>
            <a:cxnSpLocks/>
          </p:cNvCxnSpPr>
          <p:nvPr/>
        </p:nvCxnSpPr>
        <p:spPr>
          <a:xfrm flipV="1">
            <a:off x="4772545" y="3218311"/>
            <a:ext cx="0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42920F68-3BFE-7DA5-5398-3550E53FE558}"/>
              </a:ext>
            </a:extLst>
          </p:cNvPr>
          <p:cNvCxnSpPr>
            <a:cxnSpLocks/>
          </p:cNvCxnSpPr>
          <p:nvPr/>
        </p:nvCxnSpPr>
        <p:spPr>
          <a:xfrm flipV="1">
            <a:off x="5477213" y="3218311"/>
            <a:ext cx="0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12A159E4-F5F6-8EDB-3EB5-6A988905560B}"/>
              </a:ext>
            </a:extLst>
          </p:cNvPr>
          <p:cNvCxnSpPr>
            <a:cxnSpLocks/>
          </p:cNvCxnSpPr>
          <p:nvPr/>
        </p:nvCxnSpPr>
        <p:spPr>
          <a:xfrm flipV="1">
            <a:off x="5829740" y="3224775"/>
            <a:ext cx="0" cy="48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Left Brace 191">
            <a:extLst>
              <a:ext uri="{FF2B5EF4-FFF2-40B4-BE49-F238E27FC236}">
                <a16:creationId xmlns:a16="http://schemas.microsoft.com/office/drawing/2014/main" id="{7DA5F08B-24D9-991C-A94C-D0D7FC52957C}"/>
              </a:ext>
            </a:extLst>
          </p:cNvPr>
          <p:cNvSpPr/>
          <p:nvPr/>
        </p:nvSpPr>
        <p:spPr>
          <a:xfrm rot="16200000">
            <a:off x="5214071" y="3610563"/>
            <a:ext cx="174533" cy="35252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Left Brace 192">
            <a:extLst>
              <a:ext uri="{FF2B5EF4-FFF2-40B4-BE49-F238E27FC236}">
                <a16:creationId xmlns:a16="http://schemas.microsoft.com/office/drawing/2014/main" id="{82307D13-E173-4F20-4829-F9CF5EB622F6}"/>
              </a:ext>
            </a:extLst>
          </p:cNvPr>
          <p:cNvSpPr/>
          <p:nvPr/>
        </p:nvSpPr>
        <p:spPr>
          <a:xfrm rot="16200000">
            <a:off x="5566210" y="3610563"/>
            <a:ext cx="174533" cy="35252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59CEE6F-8E4C-E152-AB14-0A2D84D073B5}"/>
              </a:ext>
            </a:extLst>
          </p:cNvPr>
          <p:cNvSpPr txBox="1"/>
          <p:nvPr/>
        </p:nvSpPr>
        <p:spPr>
          <a:xfrm rot="16200000">
            <a:off x="4945275" y="3311090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censored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71D28C6-DFFF-AA73-5DE5-66D55D79273F}"/>
              </a:ext>
            </a:extLst>
          </p:cNvPr>
          <p:cNvSpPr txBox="1"/>
          <p:nvPr/>
        </p:nvSpPr>
        <p:spPr>
          <a:xfrm rot="16200000">
            <a:off x="5292431" y="3311090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censored</a:t>
            </a: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8BFFA0CB-6DF2-1F7E-3C16-020F58609127}"/>
              </a:ext>
            </a:extLst>
          </p:cNvPr>
          <p:cNvSpPr/>
          <p:nvPr/>
        </p:nvSpPr>
        <p:spPr>
          <a:xfrm>
            <a:off x="7570104" y="3673112"/>
            <a:ext cx="45719" cy="45719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2C6B1282-8E59-7570-0298-3817A697A29E}"/>
              </a:ext>
            </a:extLst>
          </p:cNvPr>
          <p:cNvSpPr/>
          <p:nvPr/>
        </p:nvSpPr>
        <p:spPr>
          <a:xfrm>
            <a:off x="7229930" y="3649140"/>
            <a:ext cx="45719" cy="4571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8" name="Picture 197">
            <a:extLst>
              <a:ext uri="{FF2B5EF4-FFF2-40B4-BE49-F238E27FC236}">
                <a16:creationId xmlns:a16="http://schemas.microsoft.com/office/drawing/2014/main" id="{C82B79D3-C3F3-3F19-0096-36928F578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527" y="2944853"/>
            <a:ext cx="617050" cy="389162"/>
          </a:xfrm>
          <a:prstGeom prst="rect">
            <a:avLst/>
          </a:prstGeom>
        </p:spPr>
      </p:pic>
      <p:pic>
        <p:nvPicPr>
          <p:cNvPr id="199" name="Picture 198">
            <a:extLst>
              <a:ext uri="{FF2B5EF4-FFF2-40B4-BE49-F238E27FC236}">
                <a16:creationId xmlns:a16="http://schemas.microsoft.com/office/drawing/2014/main" id="{3CDADFE2-1CCA-C320-845B-755DDD519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527" y="3394583"/>
            <a:ext cx="617050" cy="389162"/>
          </a:xfrm>
          <a:prstGeom prst="rect">
            <a:avLst/>
          </a:prstGeom>
        </p:spPr>
      </p:pic>
      <p:pic>
        <p:nvPicPr>
          <p:cNvPr id="200" name="Picture 199">
            <a:extLst>
              <a:ext uri="{FF2B5EF4-FFF2-40B4-BE49-F238E27FC236}">
                <a16:creationId xmlns:a16="http://schemas.microsoft.com/office/drawing/2014/main" id="{7167EF04-798E-CD25-79C0-17EEF521E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8811" y="2921753"/>
            <a:ext cx="617050" cy="389162"/>
          </a:xfrm>
          <a:prstGeom prst="rect">
            <a:avLst/>
          </a:prstGeom>
        </p:spPr>
      </p:pic>
      <p:pic>
        <p:nvPicPr>
          <p:cNvPr id="201" name="Picture 200">
            <a:extLst>
              <a:ext uri="{FF2B5EF4-FFF2-40B4-BE49-F238E27FC236}">
                <a16:creationId xmlns:a16="http://schemas.microsoft.com/office/drawing/2014/main" id="{AC268057-345B-A00D-5CC0-35DE2FDD0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705" y="3391983"/>
            <a:ext cx="617050" cy="389162"/>
          </a:xfrm>
          <a:prstGeom prst="rect">
            <a:avLst/>
          </a:prstGeom>
        </p:spPr>
      </p:pic>
      <p:sp>
        <p:nvSpPr>
          <p:cNvPr id="202" name="Freeform: Shape 201">
            <a:extLst>
              <a:ext uri="{FF2B5EF4-FFF2-40B4-BE49-F238E27FC236}">
                <a16:creationId xmlns:a16="http://schemas.microsoft.com/office/drawing/2014/main" id="{D5B62B89-6D77-D98F-A006-10030C2094A3}"/>
              </a:ext>
            </a:extLst>
          </p:cNvPr>
          <p:cNvSpPr/>
          <p:nvPr/>
        </p:nvSpPr>
        <p:spPr>
          <a:xfrm>
            <a:off x="6719389" y="4761407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noFill/>
          <a:ln w="12700">
            <a:solidFill>
              <a:schemeClr val="tx1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3" name="Picture 202">
            <a:extLst>
              <a:ext uri="{FF2B5EF4-FFF2-40B4-BE49-F238E27FC236}">
                <a16:creationId xmlns:a16="http://schemas.microsoft.com/office/drawing/2014/main" id="{C1474517-C1B4-9B92-9368-C8D48CDE6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6011" y="4420449"/>
            <a:ext cx="617050" cy="540354"/>
          </a:xfrm>
          <a:prstGeom prst="rect">
            <a:avLst/>
          </a:prstGeom>
        </p:spPr>
      </p:pic>
      <p:pic>
        <p:nvPicPr>
          <p:cNvPr id="204" name="Picture 203">
            <a:extLst>
              <a:ext uri="{FF2B5EF4-FFF2-40B4-BE49-F238E27FC236}">
                <a16:creationId xmlns:a16="http://schemas.microsoft.com/office/drawing/2014/main" id="{91133934-52E7-CDBB-A91A-83AE100044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6011" y="4943412"/>
            <a:ext cx="617050" cy="540354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6A7A47D1-09E0-947B-8304-8841EADD4C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4526" y="4430060"/>
            <a:ext cx="617050" cy="540354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6C50E790-4E89-0650-E2CB-16F9EC153A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4526" y="4943412"/>
            <a:ext cx="617050" cy="540354"/>
          </a:xfrm>
          <a:prstGeom prst="rect">
            <a:avLst/>
          </a:prstGeom>
        </p:spPr>
      </p:pic>
      <p:sp>
        <p:nvSpPr>
          <p:cNvPr id="207" name="Freeform: Shape 206">
            <a:extLst>
              <a:ext uri="{FF2B5EF4-FFF2-40B4-BE49-F238E27FC236}">
                <a16:creationId xmlns:a16="http://schemas.microsoft.com/office/drawing/2014/main" id="{44E7EA87-814E-78EC-1091-7FA44BC040F4}"/>
              </a:ext>
            </a:extLst>
          </p:cNvPr>
          <p:cNvSpPr/>
          <p:nvPr/>
        </p:nvSpPr>
        <p:spPr>
          <a:xfrm>
            <a:off x="4708609" y="6653294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46B9369C-7D31-F346-A696-6A82CD2755E1}"/>
              </a:ext>
            </a:extLst>
          </p:cNvPr>
          <p:cNvSpPr/>
          <p:nvPr/>
        </p:nvSpPr>
        <p:spPr>
          <a:xfrm>
            <a:off x="5370712" y="6650489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Freeform: Shape 208">
            <a:extLst>
              <a:ext uri="{FF2B5EF4-FFF2-40B4-BE49-F238E27FC236}">
                <a16:creationId xmlns:a16="http://schemas.microsoft.com/office/drawing/2014/main" id="{E00D4F01-F1F5-2073-DBEA-5CEDBC5203AD}"/>
              </a:ext>
            </a:extLst>
          </p:cNvPr>
          <p:cNvSpPr/>
          <p:nvPr/>
        </p:nvSpPr>
        <p:spPr>
          <a:xfrm>
            <a:off x="4705155" y="7056891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Freeform: Shape 209">
            <a:extLst>
              <a:ext uri="{FF2B5EF4-FFF2-40B4-BE49-F238E27FC236}">
                <a16:creationId xmlns:a16="http://schemas.microsoft.com/office/drawing/2014/main" id="{64B819E2-64E6-D0A5-B915-B97FD1521992}"/>
              </a:ext>
            </a:extLst>
          </p:cNvPr>
          <p:cNvSpPr/>
          <p:nvPr/>
        </p:nvSpPr>
        <p:spPr>
          <a:xfrm>
            <a:off x="5376225" y="7050387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EBAEC29B-F910-BBFB-B77E-1A2F8DAB1E47}"/>
              </a:ext>
            </a:extLst>
          </p:cNvPr>
          <p:cNvSpPr/>
          <p:nvPr/>
        </p:nvSpPr>
        <p:spPr>
          <a:xfrm>
            <a:off x="4745060" y="693573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75FACC6A-7217-1CA4-047F-898973FD917F}"/>
              </a:ext>
            </a:extLst>
          </p:cNvPr>
          <p:cNvSpPr/>
          <p:nvPr/>
        </p:nvSpPr>
        <p:spPr>
          <a:xfrm>
            <a:off x="4809028" y="673267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273FAC59-9735-45AF-6AD1-C4A18B0EC458}"/>
              </a:ext>
            </a:extLst>
          </p:cNvPr>
          <p:cNvSpPr/>
          <p:nvPr/>
        </p:nvSpPr>
        <p:spPr>
          <a:xfrm>
            <a:off x="4895725" y="698145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4" name="Freeform: Shape 213">
            <a:extLst>
              <a:ext uri="{FF2B5EF4-FFF2-40B4-BE49-F238E27FC236}">
                <a16:creationId xmlns:a16="http://schemas.microsoft.com/office/drawing/2014/main" id="{5661FBE3-20A2-CDE0-06F8-90C9B7695D92}"/>
              </a:ext>
            </a:extLst>
          </p:cNvPr>
          <p:cNvSpPr/>
          <p:nvPr/>
        </p:nvSpPr>
        <p:spPr>
          <a:xfrm>
            <a:off x="6736895" y="6778392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noFill/>
          <a:ln w="12700">
            <a:solidFill>
              <a:schemeClr val="tx1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3" name="Picture 222">
            <a:extLst>
              <a:ext uri="{FF2B5EF4-FFF2-40B4-BE49-F238E27FC236}">
                <a16:creationId xmlns:a16="http://schemas.microsoft.com/office/drawing/2014/main" id="{99D2DB13-A4E7-AB81-7519-16D8F4D48F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6178" y="6658211"/>
            <a:ext cx="625975" cy="396097"/>
          </a:xfrm>
          <a:prstGeom prst="rect">
            <a:avLst/>
          </a:prstGeom>
          <a:ln>
            <a:noFill/>
          </a:ln>
        </p:spPr>
      </p:pic>
      <p:pic>
        <p:nvPicPr>
          <p:cNvPr id="224" name="Picture 223">
            <a:extLst>
              <a:ext uri="{FF2B5EF4-FFF2-40B4-BE49-F238E27FC236}">
                <a16:creationId xmlns:a16="http://schemas.microsoft.com/office/drawing/2014/main" id="{5498AE08-28BD-226F-3833-FE153A00C4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7930" y="7034482"/>
            <a:ext cx="625975" cy="396097"/>
          </a:xfrm>
          <a:prstGeom prst="rect">
            <a:avLst/>
          </a:prstGeom>
          <a:ln>
            <a:noFill/>
          </a:ln>
        </p:spPr>
      </p:pic>
      <p:pic>
        <p:nvPicPr>
          <p:cNvPr id="225" name="Picture 224">
            <a:extLst>
              <a:ext uri="{FF2B5EF4-FFF2-40B4-BE49-F238E27FC236}">
                <a16:creationId xmlns:a16="http://schemas.microsoft.com/office/drawing/2014/main" id="{B28BEFD3-4936-5404-00BE-BD452EDCB6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9465" y="7029771"/>
            <a:ext cx="625975" cy="396097"/>
          </a:xfrm>
          <a:prstGeom prst="rect">
            <a:avLst/>
          </a:prstGeom>
          <a:ln>
            <a:noFill/>
          </a:ln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FE0998C0-19BD-BF4B-A917-800DED92BF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8661" y="6651183"/>
            <a:ext cx="625975" cy="39609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2310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CDA18F-D598-C54B-9DF7-93F3740DC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442" y="959807"/>
            <a:ext cx="7523116" cy="722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07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5EE8DA-7400-DED8-BDC8-8EC21BDD6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442" y="959807"/>
            <a:ext cx="7523116" cy="722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358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6E0133-AEED-9FA0-BF36-E09E6A49D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12" y="1119216"/>
            <a:ext cx="11655552" cy="733614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C47E642-AA39-5F73-14C5-2E0DC56F75A0}"/>
              </a:ext>
            </a:extLst>
          </p:cNvPr>
          <p:cNvSpPr/>
          <p:nvPr/>
        </p:nvSpPr>
        <p:spPr>
          <a:xfrm>
            <a:off x="207961" y="1453356"/>
            <a:ext cx="577850" cy="101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2B7CD3-1CD2-A104-F73A-2644F1721E0E}"/>
              </a:ext>
            </a:extLst>
          </p:cNvPr>
          <p:cNvCxnSpPr>
            <a:cxnSpLocks/>
          </p:cNvCxnSpPr>
          <p:nvPr/>
        </p:nvCxnSpPr>
        <p:spPr>
          <a:xfrm>
            <a:off x="378618" y="1567657"/>
            <a:ext cx="3286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A7DE88C-4221-C810-2CCA-428A089636A3}"/>
              </a:ext>
            </a:extLst>
          </p:cNvPr>
          <p:cNvSpPr txBox="1"/>
          <p:nvPr/>
        </p:nvSpPr>
        <p:spPr>
          <a:xfrm>
            <a:off x="147112" y="1408261"/>
            <a:ext cx="9220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Microorganism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73FE88-0A32-FAE7-9E87-4ABEFB596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242" y="4281516"/>
            <a:ext cx="5944115" cy="37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34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10876</TotalTime>
  <Words>824</Words>
  <Application>Microsoft Office PowerPoint</Application>
  <PresentationFormat>Custom</PresentationFormat>
  <Paragraphs>187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Demaree, David</dc:creator>
  <cp:lastModifiedBy>Demaree, David</cp:lastModifiedBy>
  <cp:revision>1</cp:revision>
  <cp:lastPrinted>2026-02-20T17:41:11Z</cp:lastPrinted>
  <dcterms:created xsi:type="dcterms:W3CDTF">2023-03-28T15:23:16Z</dcterms:created>
  <dcterms:modified xsi:type="dcterms:W3CDTF">2026-02-20T21:48:59Z</dcterms:modified>
</cp:coreProperties>
</file>