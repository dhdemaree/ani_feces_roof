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</p:sldIdLst>
  <p:sldSz cx="12192000" cy="9144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6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aree, David" userId="19462e69-2e4d-4062-8b49-58d23c89592b" providerId="ADAL" clId="{0FE66CF8-880A-48FA-AF82-0729498C4E9F}"/>
    <pc:docChg chg="delSld">
      <pc:chgData name="Demaree, David" userId="19462e69-2e4d-4062-8b49-58d23c89592b" providerId="ADAL" clId="{0FE66CF8-880A-48FA-AF82-0729498C4E9F}" dt="2026-02-26T14:58:08.189" v="3" actId="47"/>
      <pc:docMkLst>
        <pc:docMk/>
      </pc:docMkLst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2606671909" sldId="256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2718284530" sldId="257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3774014578" sldId="258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2275877153" sldId="259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231443102" sldId="260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928670928" sldId="261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4150102708" sldId="262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1656917391" sldId="263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501069891" sldId="264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2640284198" sldId="265"/>
        </pc:sldMkLst>
      </pc:sldChg>
      <pc:sldChg chg="del">
        <pc:chgData name="Demaree, David" userId="19462e69-2e4d-4062-8b49-58d23c89592b" providerId="ADAL" clId="{0FE66CF8-880A-48FA-AF82-0729498C4E9F}" dt="2026-02-26T14:57:30.106" v="0" actId="47"/>
        <pc:sldMkLst>
          <pc:docMk/>
          <pc:sldMk cId="153934009" sldId="266"/>
        </pc:sldMkLst>
      </pc:sldChg>
      <pc:sldChg chg="del">
        <pc:chgData name="Demaree, David" userId="19462e69-2e4d-4062-8b49-58d23c89592b" providerId="ADAL" clId="{0FE66CF8-880A-48FA-AF82-0729498C4E9F}" dt="2026-02-26T14:57:49.703" v="1" actId="47"/>
        <pc:sldMkLst>
          <pc:docMk/>
          <pc:sldMk cId="2982007042" sldId="268"/>
        </pc:sldMkLst>
      </pc:sldChg>
      <pc:sldChg chg="del">
        <pc:chgData name="Demaree, David" userId="19462e69-2e4d-4062-8b49-58d23c89592b" providerId="ADAL" clId="{0FE66CF8-880A-48FA-AF82-0729498C4E9F}" dt="2026-02-26T14:57:55.536" v="2" actId="47"/>
        <pc:sldMkLst>
          <pc:docMk/>
          <pc:sldMk cId="1517358748" sldId="269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2078705165" sldId="270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3014085445" sldId="271"/>
        </pc:sldMkLst>
      </pc:sldChg>
      <pc:sldChg chg="del">
        <pc:chgData name="Demaree, David" userId="19462e69-2e4d-4062-8b49-58d23c89592b" providerId="ADAL" clId="{0FE66CF8-880A-48FA-AF82-0729498C4E9F}" dt="2026-02-26T14:58:08.189" v="3" actId="47"/>
        <pc:sldMkLst>
          <pc:docMk/>
          <pc:sldMk cId="1336397377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2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2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1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6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1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7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86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4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7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95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3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6504F-ED78-4FD3-AAAC-360E8F661E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501DD-E892-4910-B392-8DFFF09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6788F86-E081-5782-1EDC-842FB2F0B424}"/>
              </a:ext>
            </a:extLst>
          </p:cNvPr>
          <p:cNvSpPr/>
          <p:nvPr/>
        </p:nvSpPr>
        <p:spPr>
          <a:xfrm>
            <a:off x="6695112" y="1453515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62333-8FC4-40EB-130A-667387030CE6}"/>
              </a:ext>
            </a:extLst>
          </p:cNvPr>
          <p:cNvSpPr txBox="1"/>
          <p:nvPr/>
        </p:nvSpPr>
        <p:spPr>
          <a:xfrm>
            <a:off x="6393151" y="2209033"/>
            <a:ext cx="1742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Impute censored points calculate new distribution 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D5B1D-4312-8576-94F5-8C502B1B7925}"/>
              </a:ext>
            </a:extLst>
          </p:cNvPr>
          <p:cNvSpPr txBox="1"/>
          <p:nvPr/>
        </p:nvSpPr>
        <p:spPr>
          <a:xfrm>
            <a:off x="8397780" y="2209033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B3E147B-A22A-A019-316D-4B6DE6F1E8FB}"/>
              </a:ext>
            </a:extLst>
          </p:cNvPr>
          <p:cNvSpPr/>
          <p:nvPr/>
        </p:nvSpPr>
        <p:spPr>
          <a:xfrm>
            <a:off x="6099187" y="1669248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02136E7-CE8D-DB67-DC4A-F700EAE1F80F}"/>
              </a:ext>
            </a:extLst>
          </p:cNvPr>
          <p:cNvSpPr/>
          <p:nvPr/>
        </p:nvSpPr>
        <p:spPr>
          <a:xfrm>
            <a:off x="7973732" y="1672041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8E0EEB-9463-8CCD-67AD-EE89D6E95420}"/>
              </a:ext>
            </a:extLst>
          </p:cNvPr>
          <p:cNvSpPr/>
          <p:nvPr/>
        </p:nvSpPr>
        <p:spPr>
          <a:xfrm>
            <a:off x="6877976" y="1623918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F21126-7DA0-8FF3-21EA-30392E6E6D0E}"/>
              </a:ext>
            </a:extLst>
          </p:cNvPr>
          <p:cNvSpPr/>
          <p:nvPr/>
        </p:nvSpPr>
        <p:spPr>
          <a:xfrm>
            <a:off x="7309776" y="205317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C866D9-DA54-EF4C-20DC-D6C1CB8E7FAE}"/>
              </a:ext>
            </a:extLst>
          </p:cNvPr>
          <p:cNvSpPr/>
          <p:nvPr/>
        </p:nvSpPr>
        <p:spPr>
          <a:xfrm>
            <a:off x="6933005" y="179409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A0DA4A-0C96-31AA-AA69-DA0304CDD563}"/>
              </a:ext>
            </a:extLst>
          </p:cNvPr>
          <p:cNvSpPr/>
          <p:nvPr/>
        </p:nvSpPr>
        <p:spPr>
          <a:xfrm>
            <a:off x="6832257" y="1839816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7B956C-9BBC-107A-EFAA-90D876DF7E26}"/>
              </a:ext>
            </a:extLst>
          </p:cNvPr>
          <p:cNvSpPr/>
          <p:nvPr/>
        </p:nvSpPr>
        <p:spPr>
          <a:xfrm>
            <a:off x="6996508" y="195623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B01EEB-0D34-A7EC-EC57-F5EE2C7F42CF}"/>
              </a:ext>
            </a:extLst>
          </p:cNvPr>
          <p:cNvSpPr/>
          <p:nvPr/>
        </p:nvSpPr>
        <p:spPr>
          <a:xfrm>
            <a:off x="6786537" y="2030318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60A5E3-34F5-7DF1-7967-16C497B7FD61}"/>
              </a:ext>
            </a:extLst>
          </p:cNvPr>
          <p:cNvSpPr/>
          <p:nvPr/>
        </p:nvSpPr>
        <p:spPr>
          <a:xfrm>
            <a:off x="7042227" y="207603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E886E2-C676-3528-3548-39D93B551073}"/>
              </a:ext>
            </a:extLst>
          </p:cNvPr>
          <p:cNvSpPr/>
          <p:nvPr/>
        </p:nvSpPr>
        <p:spPr>
          <a:xfrm>
            <a:off x="3545258" y="1951206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735588-05F0-DA3F-3DE3-E03000F98894}"/>
              </a:ext>
            </a:extLst>
          </p:cNvPr>
          <p:cNvSpPr/>
          <p:nvPr/>
        </p:nvSpPr>
        <p:spPr>
          <a:xfrm>
            <a:off x="3168487" y="168520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78C3BD3-F9D0-3A43-2121-1FBD418CA5F7}"/>
              </a:ext>
            </a:extLst>
          </p:cNvPr>
          <p:cNvSpPr/>
          <p:nvPr/>
        </p:nvSpPr>
        <p:spPr>
          <a:xfrm>
            <a:off x="3231990" y="184734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E51BF09-D260-FC13-ED43-3447B4C7928B}"/>
              </a:ext>
            </a:extLst>
          </p:cNvPr>
          <p:cNvSpPr/>
          <p:nvPr/>
        </p:nvSpPr>
        <p:spPr>
          <a:xfrm>
            <a:off x="3277709" y="1974065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157E52B-F848-8A09-2FA0-8E6CAB1465A6}"/>
              </a:ext>
            </a:extLst>
          </p:cNvPr>
          <p:cNvSpPr/>
          <p:nvPr/>
        </p:nvSpPr>
        <p:spPr>
          <a:xfrm>
            <a:off x="4716369" y="1441367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B3DAF83-ED11-FAAE-544E-1B0AAE65C739}"/>
              </a:ext>
            </a:extLst>
          </p:cNvPr>
          <p:cNvSpPr/>
          <p:nvPr/>
        </p:nvSpPr>
        <p:spPr>
          <a:xfrm>
            <a:off x="5326371" y="204712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5977E38-F9CC-E9E7-E64E-BCDA35130D38}"/>
              </a:ext>
            </a:extLst>
          </p:cNvPr>
          <p:cNvSpPr/>
          <p:nvPr/>
        </p:nvSpPr>
        <p:spPr>
          <a:xfrm>
            <a:off x="4949600" y="178194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C98831A-3399-8B68-643C-2ED2D2D6573B}"/>
              </a:ext>
            </a:extLst>
          </p:cNvPr>
          <p:cNvSpPr/>
          <p:nvPr/>
        </p:nvSpPr>
        <p:spPr>
          <a:xfrm>
            <a:off x="5013103" y="194408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1C1B5B6-F6C4-CAF6-1E93-94EC8433007E}"/>
              </a:ext>
            </a:extLst>
          </p:cNvPr>
          <p:cNvSpPr/>
          <p:nvPr/>
        </p:nvSpPr>
        <p:spPr>
          <a:xfrm>
            <a:off x="5058822" y="206388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550757F4-460E-D078-0EF9-DE68ABE5DC4E}"/>
              </a:ext>
            </a:extLst>
          </p:cNvPr>
          <p:cNvSpPr/>
          <p:nvPr/>
        </p:nvSpPr>
        <p:spPr>
          <a:xfrm rot="16200000">
            <a:off x="4738099" y="2008731"/>
            <a:ext cx="168070" cy="23509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81C729-7A5E-D941-440F-4292C1A97F47}"/>
              </a:ext>
            </a:extLst>
          </p:cNvPr>
          <p:cNvCxnSpPr>
            <a:cxnSpLocks/>
          </p:cNvCxnSpPr>
          <p:nvPr/>
        </p:nvCxnSpPr>
        <p:spPr>
          <a:xfrm flipV="1">
            <a:off x="4704585" y="1577246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22CC7B1-E850-DCD4-6CCE-D500709C1BB5}"/>
              </a:ext>
            </a:extLst>
          </p:cNvPr>
          <p:cNvCxnSpPr>
            <a:cxnSpLocks/>
          </p:cNvCxnSpPr>
          <p:nvPr/>
        </p:nvCxnSpPr>
        <p:spPr>
          <a:xfrm flipH="1" flipV="1">
            <a:off x="4933703" y="1553331"/>
            <a:ext cx="6364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47380A7-DEF8-DCF0-AA00-E4882C38E5EF}"/>
              </a:ext>
            </a:extLst>
          </p:cNvPr>
          <p:cNvSpPr txBox="1"/>
          <p:nvPr/>
        </p:nvSpPr>
        <p:spPr>
          <a:xfrm rot="16200000">
            <a:off x="4450855" y="1714278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censored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58CD4B64-0076-469B-D897-A23399941AE4}"/>
              </a:ext>
            </a:extLst>
          </p:cNvPr>
          <p:cNvSpPr/>
          <p:nvPr/>
        </p:nvSpPr>
        <p:spPr>
          <a:xfrm>
            <a:off x="4196268" y="1672041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D61A32-2860-03C5-07F7-4562994E8276}"/>
              </a:ext>
            </a:extLst>
          </p:cNvPr>
          <p:cNvSpPr txBox="1"/>
          <p:nvPr/>
        </p:nvSpPr>
        <p:spPr>
          <a:xfrm>
            <a:off x="4510868" y="2209033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Fit distribution using maximum likelihood</a:t>
            </a:r>
          </a:p>
          <a:p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404E1B-597F-780A-C890-03C8AC9F2706}"/>
              </a:ext>
            </a:extLst>
          </p:cNvPr>
          <p:cNvSpPr txBox="1"/>
          <p:nvPr/>
        </p:nvSpPr>
        <p:spPr>
          <a:xfrm>
            <a:off x="2628585" y="2209033"/>
            <a:ext cx="1620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Dataset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477001-72C2-F948-FD7A-2AA41B56C067}"/>
              </a:ext>
            </a:extLst>
          </p:cNvPr>
          <p:cNvSpPr txBox="1"/>
          <p:nvPr/>
        </p:nvSpPr>
        <p:spPr>
          <a:xfrm>
            <a:off x="2715512" y="955977"/>
            <a:ext cx="194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Samples Censored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9295BA-6B76-316B-3A49-88C70A1D16BD}"/>
              </a:ext>
            </a:extLst>
          </p:cNvPr>
          <p:cNvSpPr txBox="1"/>
          <p:nvPr/>
        </p:nvSpPr>
        <p:spPr>
          <a:xfrm>
            <a:off x="4742662" y="961750"/>
            <a:ext cx="115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MLE - NM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F2B97D-FAD0-F653-7A41-D06C9BDBD90A}"/>
              </a:ext>
            </a:extLst>
          </p:cNvPr>
          <p:cNvSpPr txBox="1"/>
          <p:nvPr/>
        </p:nvSpPr>
        <p:spPr>
          <a:xfrm>
            <a:off x="7171106" y="955977"/>
            <a:ext cx="2243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Monte Carlo Method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9433CC-2808-A7D8-8A59-FC5290F58FFA}"/>
              </a:ext>
            </a:extLst>
          </p:cNvPr>
          <p:cNvSpPr/>
          <p:nvPr/>
        </p:nvSpPr>
        <p:spPr>
          <a:xfrm>
            <a:off x="6939779" y="179409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46A0063-1DA0-6887-B732-72979666309F}"/>
              </a:ext>
            </a:extLst>
          </p:cNvPr>
          <p:cNvSpPr/>
          <p:nvPr/>
        </p:nvSpPr>
        <p:spPr>
          <a:xfrm>
            <a:off x="5333145" y="2047126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388E91D-613A-6AC3-44FC-9851D46FE5E3}"/>
              </a:ext>
            </a:extLst>
          </p:cNvPr>
          <p:cNvSpPr/>
          <p:nvPr/>
        </p:nvSpPr>
        <p:spPr>
          <a:xfrm>
            <a:off x="4956374" y="1781949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88535B4-5B44-73B0-98F6-66830ABFDB45}"/>
              </a:ext>
            </a:extLst>
          </p:cNvPr>
          <p:cNvSpPr/>
          <p:nvPr/>
        </p:nvSpPr>
        <p:spPr>
          <a:xfrm>
            <a:off x="5019877" y="1944089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2654D79-7A83-DE80-8BFF-ECF6CDEE7385}"/>
              </a:ext>
            </a:extLst>
          </p:cNvPr>
          <p:cNvSpPr/>
          <p:nvPr/>
        </p:nvSpPr>
        <p:spPr>
          <a:xfrm>
            <a:off x="5065596" y="2063889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67EACDA-BC8C-ED6E-484B-950B4C4E78E9}"/>
              </a:ext>
            </a:extLst>
          </p:cNvPr>
          <p:cNvSpPr/>
          <p:nvPr/>
        </p:nvSpPr>
        <p:spPr>
          <a:xfrm>
            <a:off x="6701728" y="3059207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  <a:ln w="12700"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941AC3-BE94-3C8F-0FDE-25A115B8A975}"/>
              </a:ext>
            </a:extLst>
          </p:cNvPr>
          <p:cNvSpPr txBox="1"/>
          <p:nvPr/>
        </p:nvSpPr>
        <p:spPr>
          <a:xfrm>
            <a:off x="6393151" y="3800525"/>
            <a:ext cx="1742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Impute censored points calculate new distribution parameters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163E51-B986-52DC-6D73-E26BD843316B}"/>
              </a:ext>
            </a:extLst>
          </p:cNvPr>
          <p:cNvSpPr txBox="1"/>
          <p:nvPr/>
        </p:nvSpPr>
        <p:spPr>
          <a:xfrm>
            <a:off x="8397780" y="3800525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F249AEF6-7157-9C38-4A5D-EA137C95BD60}"/>
              </a:ext>
            </a:extLst>
          </p:cNvPr>
          <p:cNvSpPr/>
          <p:nvPr/>
        </p:nvSpPr>
        <p:spPr>
          <a:xfrm>
            <a:off x="6099187" y="3305543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C33BDF37-86CF-2565-A751-6422D633AC7D}"/>
              </a:ext>
            </a:extLst>
          </p:cNvPr>
          <p:cNvSpPr/>
          <p:nvPr/>
        </p:nvSpPr>
        <p:spPr>
          <a:xfrm>
            <a:off x="7948443" y="3308336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4033EB9-0998-4D7B-F620-B4F0002F439F}"/>
              </a:ext>
            </a:extLst>
          </p:cNvPr>
          <p:cNvSpPr/>
          <p:nvPr/>
        </p:nvSpPr>
        <p:spPr>
          <a:xfrm>
            <a:off x="6884592" y="3229610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216F860-428E-F324-A094-7B44BED6C73E}"/>
              </a:ext>
            </a:extLst>
          </p:cNvPr>
          <p:cNvSpPr/>
          <p:nvPr/>
        </p:nvSpPr>
        <p:spPr>
          <a:xfrm>
            <a:off x="7417001" y="3663352"/>
            <a:ext cx="45719" cy="4571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75E9B95-6ADC-3BFD-51ED-DB66E3375F61}"/>
              </a:ext>
            </a:extLst>
          </p:cNvPr>
          <p:cNvSpPr/>
          <p:nvPr/>
        </p:nvSpPr>
        <p:spPr>
          <a:xfrm>
            <a:off x="6775465" y="3469738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FD37087-24E6-725A-6DBA-6D3E00D3873F}"/>
              </a:ext>
            </a:extLst>
          </p:cNvPr>
          <p:cNvSpPr/>
          <p:nvPr/>
        </p:nvSpPr>
        <p:spPr>
          <a:xfrm>
            <a:off x="7017403" y="3566849"/>
            <a:ext cx="45719" cy="4571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7979CD4-B300-CA4D-761C-E502C65062E3}"/>
              </a:ext>
            </a:extLst>
          </p:cNvPr>
          <p:cNvSpPr/>
          <p:nvPr/>
        </p:nvSpPr>
        <p:spPr>
          <a:xfrm>
            <a:off x="6747636" y="3636010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4E2F3C1-2533-8641-54A9-CFE9494DEFC5}"/>
              </a:ext>
            </a:extLst>
          </p:cNvPr>
          <p:cNvSpPr/>
          <p:nvPr/>
        </p:nvSpPr>
        <p:spPr>
          <a:xfrm>
            <a:off x="7080223" y="3681729"/>
            <a:ext cx="45719" cy="4571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F86E5DE-090C-5AD9-A26F-109D79B2A1D9}"/>
              </a:ext>
            </a:extLst>
          </p:cNvPr>
          <p:cNvSpPr/>
          <p:nvPr/>
        </p:nvSpPr>
        <p:spPr>
          <a:xfrm>
            <a:off x="4766691" y="3085670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A2ACFDA0-9A2D-459F-D9EF-DABEDEA710E1}"/>
              </a:ext>
            </a:extLst>
          </p:cNvPr>
          <p:cNvSpPr/>
          <p:nvPr/>
        </p:nvSpPr>
        <p:spPr>
          <a:xfrm>
            <a:off x="4196268" y="3308336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F874B8-7A4D-594F-4E16-973DEB71E6D2}"/>
              </a:ext>
            </a:extLst>
          </p:cNvPr>
          <p:cNvSpPr txBox="1"/>
          <p:nvPr/>
        </p:nvSpPr>
        <p:spPr>
          <a:xfrm>
            <a:off x="4510868" y="3800525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Fit distribution using maximum likelihood</a:t>
            </a:r>
          </a:p>
          <a:p>
            <a:endParaRPr lang="en-US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9BDC0F-034F-9B43-E339-7D6BBC42E9ED}"/>
              </a:ext>
            </a:extLst>
          </p:cNvPr>
          <p:cNvSpPr txBox="1"/>
          <p:nvPr/>
        </p:nvSpPr>
        <p:spPr>
          <a:xfrm>
            <a:off x="2628584" y="3800525"/>
            <a:ext cx="1620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Dataset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678672-2FD3-48C9-C238-DBAA65DDB739}"/>
              </a:ext>
            </a:extLst>
          </p:cNvPr>
          <p:cNvSpPr txBox="1"/>
          <p:nvPr/>
        </p:nvSpPr>
        <p:spPr>
          <a:xfrm>
            <a:off x="2715512" y="2737087"/>
            <a:ext cx="1871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Semiquantitative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0681EF2-1E73-46BD-CDE2-6919C2BC66D4}"/>
              </a:ext>
            </a:extLst>
          </p:cNvPr>
          <p:cNvSpPr/>
          <p:nvPr/>
        </p:nvSpPr>
        <p:spPr>
          <a:xfrm>
            <a:off x="6867798" y="3383885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B6E082E-F347-BB19-8F12-1BC7B27FA660}"/>
              </a:ext>
            </a:extLst>
          </p:cNvPr>
          <p:cNvSpPr txBox="1"/>
          <p:nvPr/>
        </p:nvSpPr>
        <p:spPr>
          <a:xfrm rot="16200000">
            <a:off x="2635066" y="3322667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censored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C5B0EA9-B9F7-B133-DEA0-8C6A82449331}"/>
              </a:ext>
            </a:extLst>
          </p:cNvPr>
          <p:cNvSpPr txBox="1"/>
          <p:nvPr/>
        </p:nvSpPr>
        <p:spPr>
          <a:xfrm>
            <a:off x="2893157" y="1315636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LOD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2F8774F-EBAB-212D-BF87-C99A66D3AAED}"/>
              </a:ext>
            </a:extLst>
          </p:cNvPr>
          <p:cNvSpPr txBox="1"/>
          <p:nvPr/>
        </p:nvSpPr>
        <p:spPr>
          <a:xfrm>
            <a:off x="2715512" y="4336851"/>
            <a:ext cx="3916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Summary Statistic for Pos</a:t>
            </a:r>
            <a:r>
              <a:rPr lang="en-US" dirty="0"/>
              <a:t>itive Samples</a:t>
            </a:r>
            <a:endParaRPr lang="en-US" sz="1800" dirty="0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1C96E38-B8C8-92AD-688D-6EB972912D8F}"/>
              </a:ext>
            </a:extLst>
          </p:cNvPr>
          <p:cNvSpPr/>
          <p:nvPr/>
        </p:nvSpPr>
        <p:spPr>
          <a:xfrm>
            <a:off x="2908847" y="4775698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28E4D73-75EB-29F0-0AED-19AC0B7F0FC8}"/>
              </a:ext>
            </a:extLst>
          </p:cNvPr>
          <p:cNvSpPr txBox="1"/>
          <p:nvPr/>
        </p:nvSpPr>
        <p:spPr>
          <a:xfrm>
            <a:off x="2628585" y="5429648"/>
            <a:ext cx="16205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 mathematical relationships on summary statistic for positive samples</a:t>
            </a:r>
          </a:p>
        </p:txBody>
      </p:sp>
      <p:sp>
        <p:nvSpPr>
          <p:cNvPr id="103" name="Arrow: Right 102">
            <a:extLst>
              <a:ext uri="{FF2B5EF4-FFF2-40B4-BE49-F238E27FC236}">
                <a16:creationId xmlns:a16="http://schemas.microsoft.com/office/drawing/2014/main" id="{4C429D04-8CCD-511E-1B9E-B0F10CE6B640}"/>
              </a:ext>
            </a:extLst>
          </p:cNvPr>
          <p:cNvSpPr/>
          <p:nvPr/>
        </p:nvSpPr>
        <p:spPr>
          <a:xfrm>
            <a:off x="4196268" y="4949384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884731E-1C7B-70F9-7263-A409684322D6}"/>
              </a:ext>
            </a:extLst>
          </p:cNvPr>
          <p:cNvSpPr/>
          <p:nvPr/>
        </p:nvSpPr>
        <p:spPr>
          <a:xfrm>
            <a:off x="4941406" y="4920553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CDE621F-F7B1-4561-A58E-2D340D4F0186}"/>
              </a:ext>
            </a:extLst>
          </p:cNvPr>
          <p:cNvSpPr/>
          <p:nvPr/>
        </p:nvSpPr>
        <p:spPr>
          <a:xfrm>
            <a:off x="5347827" y="535856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E318578A-5B23-8FEE-B6C2-ECCCD0ADA76A}"/>
              </a:ext>
            </a:extLst>
          </p:cNvPr>
          <p:cNvSpPr/>
          <p:nvPr/>
        </p:nvSpPr>
        <p:spPr>
          <a:xfrm>
            <a:off x="4895687" y="5136451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049A80C-0F8F-3A13-E706-0A3B4AAC6C55}"/>
              </a:ext>
            </a:extLst>
          </p:cNvPr>
          <p:cNvSpPr/>
          <p:nvPr/>
        </p:nvSpPr>
        <p:spPr>
          <a:xfrm>
            <a:off x="5059938" y="52528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2B55B05-2FDC-D38B-6344-D0D87C94064B}"/>
              </a:ext>
            </a:extLst>
          </p:cNvPr>
          <p:cNvSpPr/>
          <p:nvPr/>
        </p:nvSpPr>
        <p:spPr>
          <a:xfrm>
            <a:off x="4849967" y="5326953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968D415-6FB6-89F9-2407-BB1C65B44147}"/>
              </a:ext>
            </a:extLst>
          </p:cNvPr>
          <p:cNvSpPr/>
          <p:nvPr/>
        </p:nvSpPr>
        <p:spPr>
          <a:xfrm>
            <a:off x="5105657" y="53726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1C71F303-5038-7060-3F2A-69AFB02AA500}"/>
              </a:ext>
            </a:extLst>
          </p:cNvPr>
          <p:cNvSpPr/>
          <p:nvPr/>
        </p:nvSpPr>
        <p:spPr>
          <a:xfrm>
            <a:off x="5008307" y="50907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FDBCAFAA-F64D-DE78-C6B0-1FEC8E2712C0}"/>
              </a:ext>
            </a:extLst>
          </p:cNvPr>
          <p:cNvSpPr/>
          <p:nvPr/>
        </p:nvSpPr>
        <p:spPr>
          <a:xfrm>
            <a:off x="6878296" y="4902327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5CF2C27-7B24-6DDB-2982-96AFA17EFB85}"/>
              </a:ext>
            </a:extLst>
          </p:cNvPr>
          <p:cNvSpPr/>
          <p:nvPr/>
        </p:nvSpPr>
        <p:spPr>
          <a:xfrm>
            <a:off x="7252789" y="53544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674C100-A6EF-CDCD-12F4-5FDBE3915E29}"/>
              </a:ext>
            </a:extLst>
          </p:cNvPr>
          <p:cNvSpPr/>
          <p:nvPr/>
        </p:nvSpPr>
        <p:spPr>
          <a:xfrm>
            <a:off x="6832577" y="5118225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C9B34C3F-4965-4760-7F7C-5A911FC358FC}"/>
              </a:ext>
            </a:extLst>
          </p:cNvPr>
          <p:cNvSpPr/>
          <p:nvPr/>
        </p:nvSpPr>
        <p:spPr>
          <a:xfrm>
            <a:off x="6996828" y="523464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C329BC7-0413-4567-1C2F-FD67091E4C22}"/>
              </a:ext>
            </a:extLst>
          </p:cNvPr>
          <p:cNvSpPr/>
          <p:nvPr/>
        </p:nvSpPr>
        <p:spPr>
          <a:xfrm>
            <a:off x="6786857" y="5308727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63DFA38B-FA99-506A-AA8C-789B9000B581}"/>
              </a:ext>
            </a:extLst>
          </p:cNvPr>
          <p:cNvSpPr/>
          <p:nvPr/>
        </p:nvSpPr>
        <p:spPr>
          <a:xfrm>
            <a:off x="7042547" y="535444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858D5094-49F0-EAD2-DB8D-2EF96E6D18A6}"/>
              </a:ext>
            </a:extLst>
          </p:cNvPr>
          <p:cNvSpPr/>
          <p:nvPr/>
        </p:nvSpPr>
        <p:spPr>
          <a:xfrm>
            <a:off x="6938423" y="508727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0A36CC9-CC25-5B02-AD2F-43763833AAC6}"/>
              </a:ext>
            </a:extLst>
          </p:cNvPr>
          <p:cNvCxnSpPr>
            <a:cxnSpLocks/>
          </p:cNvCxnSpPr>
          <p:nvPr/>
        </p:nvCxnSpPr>
        <p:spPr>
          <a:xfrm flipH="1" flipV="1">
            <a:off x="4997377" y="4731344"/>
            <a:ext cx="2671" cy="742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94FCBF96-516E-59D7-442E-F309F58CA083}"/>
              </a:ext>
            </a:extLst>
          </p:cNvPr>
          <p:cNvSpPr txBox="1"/>
          <p:nvPr/>
        </p:nvSpPr>
        <p:spPr>
          <a:xfrm>
            <a:off x="4797539" y="4540317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LOD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2D45DFB-FFDE-C7BC-7C53-428692761808}"/>
              </a:ext>
            </a:extLst>
          </p:cNvPr>
          <p:cNvCxnSpPr>
            <a:cxnSpLocks/>
          </p:cNvCxnSpPr>
          <p:nvPr/>
        </p:nvCxnSpPr>
        <p:spPr>
          <a:xfrm flipH="1" flipV="1">
            <a:off x="6927172" y="4717728"/>
            <a:ext cx="2671" cy="742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9FA6DCB7-2991-2753-BC0E-E4DB1BCBBBC4}"/>
              </a:ext>
            </a:extLst>
          </p:cNvPr>
          <p:cNvSpPr txBox="1"/>
          <p:nvPr/>
        </p:nvSpPr>
        <p:spPr>
          <a:xfrm>
            <a:off x="6727334" y="4526701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LOD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90C2A83-253D-90E1-3CD2-8B674AF8E2D2}"/>
              </a:ext>
            </a:extLst>
          </p:cNvPr>
          <p:cNvSpPr txBox="1"/>
          <p:nvPr/>
        </p:nvSpPr>
        <p:spPr>
          <a:xfrm>
            <a:off x="4510868" y="5429648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 distribution to generate values above and below LOD</a:t>
            </a: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3B0EC9EF-958B-996D-3581-9783107E8821}"/>
              </a:ext>
            </a:extLst>
          </p:cNvPr>
          <p:cNvSpPr/>
          <p:nvPr/>
        </p:nvSpPr>
        <p:spPr>
          <a:xfrm>
            <a:off x="4797539" y="4768635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Arrow: Right 124">
            <a:extLst>
              <a:ext uri="{FF2B5EF4-FFF2-40B4-BE49-F238E27FC236}">
                <a16:creationId xmlns:a16="http://schemas.microsoft.com/office/drawing/2014/main" id="{9B8031F7-F2F9-F772-58AB-ED3F79557C26}"/>
              </a:ext>
            </a:extLst>
          </p:cNvPr>
          <p:cNvSpPr/>
          <p:nvPr/>
        </p:nvSpPr>
        <p:spPr>
          <a:xfrm>
            <a:off x="6099187" y="4946591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C281FC-4CCC-9362-B452-B6BB22A62464}"/>
              </a:ext>
            </a:extLst>
          </p:cNvPr>
          <p:cNvSpPr txBox="1"/>
          <p:nvPr/>
        </p:nvSpPr>
        <p:spPr>
          <a:xfrm>
            <a:off x="6393151" y="5429648"/>
            <a:ext cx="1620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Calculate new distribution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695D21E-81EB-61B0-6B2A-D314F5EF0DC2}"/>
              </a:ext>
            </a:extLst>
          </p:cNvPr>
          <p:cNvSpPr txBox="1"/>
          <p:nvPr/>
        </p:nvSpPr>
        <p:spPr>
          <a:xfrm>
            <a:off x="8378060" y="5429647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5527E97F-B435-8171-264B-422250DB193E}"/>
              </a:ext>
            </a:extLst>
          </p:cNvPr>
          <p:cNvSpPr/>
          <p:nvPr/>
        </p:nvSpPr>
        <p:spPr>
          <a:xfrm>
            <a:off x="8002817" y="4949384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B7279B4-9871-BB2B-CB94-507A4D768438}"/>
              </a:ext>
            </a:extLst>
          </p:cNvPr>
          <p:cNvSpPr txBox="1"/>
          <p:nvPr/>
        </p:nvSpPr>
        <p:spPr>
          <a:xfrm>
            <a:off x="2715512" y="6267716"/>
            <a:ext cx="3916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Synthesis</a:t>
            </a:r>
            <a:endParaRPr lang="en-US" sz="18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2BAE20E-F4C7-21F7-51E0-65D1B76ACABD}"/>
              </a:ext>
            </a:extLst>
          </p:cNvPr>
          <p:cNvSpPr txBox="1"/>
          <p:nvPr/>
        </p:nvSpPr>
        <p:spPr>
          <a:xfrm>
            <a:off x="2628585" y="7455202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Weight each distribution based on GRADE</a:t>
            </a:r>
          </a:p>
        </p:txBody>
      </p:sp>
      <p:sp>
        <p:nvSpPr>
          <p:cNvPr id="135" name="Arrow: Right 134">
            <a:extLst>
              <a:ext uri="{FF2B5EF4-FFF2-40B4-BE49-F238E27FC236}">
                <a16:creationId xmlns:a16="http://schemas.microsoft.com/office/drawing/2014/main" id="{EEC9FF9F-8FAC-9A1C-E870-4DA3BBD232E2}"/>
              </a:ext>
            </a:extLst>
          </p:cNvPr>
          <p:cNvSpPr/>
          <p:nvPr/>
        </p:nvSpPr>
        <p:spPr>
          <a:xfrm>
            <a:off x="4201509" y="6884598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D7BDE516-944C-9DC1-0FCF-5454653EBF74}"/>
              </a:ext>
            </a:extLst>
          </p:cNvPr>
          <p:cNvSpPr/>
          <p:nvPr/>
        </p:nvSpPr>
        <p:spPr>
          <a:xfrm>
            <a:off x="6893113" y="69279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49238948-6E24-CCC7-7EF2-F888A2CAEDFC}"/>
              </a:ext>
            </a:extLst>
          </p:cNvPr>
          <p:cNvSpPr/>
          <p:nvPr/>
        </p:nvSpPr>
        <p:spPr>
          <a:xfrm>
            <a:off x="7324913" y="7357191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A769B57D-6D04-F530-2910-71774E3FAFC8}"/>
              </a:ext>
            </a:extLst>
          </p:cNvPr>
          <p:cNvSpPr/>
          <p:nvPr/>
        </p:nvSpPr>
        <p:spPr>
          <a:xfrm>
            <a:off x="6847394" y="714382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41446D85-C887-15C2-FDCF-6921E19136DA}"/>
              </a:ext>
            </a:extLst>
          </p:cNvPr>
          <p:cNvSpPr/>
          <p:nvPr/>
        </p:nvSpPr>
        <p:spPr>
          <a:xfrm>
            <a:off x="7011645" y="7260250"/>
            <a:ext cx="45719" cy="4571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D1801D32-8F5A-F936-B7BE-545B43DC92A4}"/>
              </a:ext>
            </a:extLst>
          </p:cNvPr>
          <p:cNvSpPr/>
          <p:nvPr/>
        </p:nvSpPr>
        <p:spPr>
          <a:xfrm>
            <a:off x="6801674" y="73343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9E42B966-FFFE-156B-AAA5-75D927CBA080}"/>
              </a:ext>
            </a:extLst>
          </p:cNvPr>
          <p:cNvSpPr/>
          <p:nvPr/>
        </p:nvSpPr>
        <p:spPr>
          <a:xfrm>
            <a:off x="7057364" y="73800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2D33F1E7-DF65-41CC-996C-4EC04EFC5B96}"/>
              </a:ext>
            </a:extLst>
          </p:cNvPr>
          <p:cNvSpPr/>
          <p:nvPr/>
        </p:nvSpPr>
        <p:spPr>
          <a:xfrm>
            <a:off x="6953240" y="7112878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E38EDC8-5B56-A0AE-AF60-0A8E9F5CFAA6}"/>
              </a:ext>
            </a:extLst>
          </p:cNvPr>
          <p:cNvSpPr txBox="1"/>
          <p:nvPr/>
        </p:nvSpPr>
        <p:spPr>
          <a:xfrm>
            <a:off x="4516109" y="7455202"/>
            <a:ext cx="162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Generate 10000 values from distributions based on weight</a:t>
            </a:r>
          </a:p>
        </p:txBody>
      </p:sp>
      <p:sp>
        <p:nvSpPr>
          <p:cNvPr id="145" name="Arrow: Right 144">
            <a:extLst>
              <a:ext uri="{FF2B5EF4-FFF2-40B4-BE49-F238E27FC236}">
                <a16:creationId xmlns:a16="http://schemas.microsoft.com/office/drawing/2014/main" id="{29007285-0602-B287-8214-C982EFC2D079}"/>
              </a:ext>
            </a:extLst>
          </p:cNvPr>
          <p:cNvSpPr/>
          <p:nvPr/>
        </p:nvSpPr>
        <p:spPr>
          <a:xfrm>
            <a:off x="6104428" y="6881805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685E9BE-10C5-D9D5-9376-C5B456931811}"/>
              </a:ext>
            </a:extLst>
          </p:cNvPr>
          <p:cNvSpPr txBox="1"/>
          <p:nvPr/>
        </p:nvSpPr>
        <p:spPr>
          <a:xfrm>
            <a:off x="6398392" y="7435676"/>
            <a:ext cx="1620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Calculate new distribution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519231B-94DE-176A-0828-147F69570150}"/>
              </a:ext>
            </a:extLst>
          </p:cNvPr>
          <p:cNvSpPr txBox="1"/>
          <p:nvPr/>
        </p:nvSpPr>
        <p:spPr>
          <a:xfrm>
            <a:off x="8403021" y="7455202"/>
            <a:ext cx="174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 10000 times to find average distribution parameters</a:t>
            </a:r>
          </a:p>
        </p:txBody>
      </p:sp>
      <p:sp>
        <p:nvSpPr>
          <p:cNvPr id="148" name="Arrow: Right 147">
            <a:extLst>
              <a:ext uri="{FF2B5EF4-FFF2-40B4-BE49-F238E27FC236}">
                <a16:creationId xmlns:a16="http://schemas.microsoft.com/office/drawing/2014/main" id="{A0D9AD77-2D12-11C3-808F-5F0F53C42B31}"/>
              </a:ext>
            </a:extLst>
          </p:cNvPr>
          <p:cNvSpPr/>
          <p:nvPr/>
        </p:nvSpPr>
        <p:spPr>
          <a:xfrm>
            <a:off x="8095682" y="6884598"/>
            <a:ext cx="394548" cy="4066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B620C188-5AE2-8E7F-F2D5-829CB810C701}"/>
              </a:ext>
            </a:extLst>
          </p:cNvPr>
          <p:cNvSpPr/>
          <p:nvPr/>
        </p:nvSpPr>
        <p:spPr>
          <a:xfrm>
            <a:off x="2737109" y="6658211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7DACA395-801B-1E35-8A37-9D1CAC4BEA96}"/>
              </a:ext>
            </a:extLst>
          </p:cNvPr>
          <p:cNvSpPr/>
          <p:nvPr/>
        </p:nvSpPr>
        <p:spPr>
          <a:xfrm>
            <a:off x="3399212" y="6655406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BA729E2E-AB3A-5D1C-F9B8-48E963C79D2C}"/>
              </a:ext>
            </a:extLst>
          </p:cNvPr>
          <p:cNvSpPr/>
          <p:nvPr/>
        </p:nvSpPr>
        <p:spPr>
          <a:xfrm>
            <a:off x="2733655" y="7061808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8A696FD3-C727-E48E-F5E4-094FDB96A8B2}"/>
              </a:ext>
            </a:extLst>
          </p:cNvPr>
          <p:cNvSpPr/>
          <p:nvPr/>
        </p:nvSpPr>
        <p:spPr>
          <a:xfrm>
            <a:off x="3404725" y="7055304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473D886C-4EAD-8969-30EF-78AC438C56C4}"/>
              </a:ext>
            </a:extLst>
          </p:cNvPr>
          <p:cNvSpPr/>
          <p:nvPr/>
        </p:nvSpPr>
        <p:spPr>
          <a:xfrm>
            <a:off x="5542929" y="7323845"/>
            <a:ext cx="45719" cy="4571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1AA18E8A-53FE-8AF5-CD33-16C56AE4C5DB}"/>
              </a:ext>
            </a:extLst>
          </p:cNvPr>
          <p:cNvSpPr/>
          <p:nvPr/>
        </p:nvSpPr>
        <p:spPr>
          <a:xfrm>
            <a:off x="4826062" y="7235267"/>
            <a:ext cx="4571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5DA45A4E-93FC-60A9-0648-B7D8E480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042" y="6840148"/>
            <a:ext cx="334127" cy="170861"/>
          </a:xfrm>
          <a:prstGeom prst="rect">
            <a:avLst/>
          </a:prstGeom>
        </p:spPr>
      </p:pic>
      <p:sp>
        <p:nvSpPr>
          <p:cNvPr id="165" name="Oval 164">
            <a:extLst>
              <a:ext uri="{FF2B5EF4-FFF2-40B4-BE49-F238E27FC236}">
                <a16:creationId xmlns:a16="http://schemas.microsoft.com/office/drawing/2014/main" id="{0FC19F2F-AE64-F921-FD74-0903D67A34A5}"/>
              </a:ext>
            </a:extLst>
          </p:cNvPr>
          <p:cNvSpPr/>
          <p:nvPr/>
        </p:nvSpPr>
        <p:spPr>
          <a:xfrm>
            <a:off x="6865629" y="360453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75381FA-4270-AE06-44F7-369E90B9ED2E}"/>
              </a:ext>
            </a:extLst>
          </p:cNvPr>
          <p:cNvGrpSpPr/>
          <p:nvPr/>
        </p:nvGrpSpPr>
        <p:grpSpPr>
          <a:xfrm>
            <a:off x="2862147" y="1506304"/>
            <a:ext cx="264791" cy="720458"/>
            <a:chOff x="1756916" y="1827667"/>
            <a:chExt cx="264791" cy="720458"/>
          </a:xfrm>
        </p:grpSpPr>
        <p:sp>
          <p:nvSpPr>
            <p:cNvPr id="166" name="Left Brace 165">
              <a:extLst>
                <a:ext uri="{FF2B5EF4-FFF2-40B4-BE49-F238E27FC236}">
                  <a16:creationId xmlns:a16="http://schemas.microsoft.com/office/drawing/2014/main" id="{1B9914B5-1C67-3187-E263-BB38EC461E96}"/>
                </a:ext>
              </a:extLst>
            </p:cNvPr>
            <p:cNvSpPr/>
            <p:nvPr/>
          </p:nvSpPr>
          <p:spPr>
            <a:xfrm rot="16200000">
              <a:off x="1819739" y="2346541"/>
              <a:ext cx="168070" cy="235097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5293BD0-1ABA-7DD4-6CFC-DDF688951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6225" y="1915056"/>
              <a:ext cx="0" cy="48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1275134D-D0D6-05BD-8E78-12E225C0C9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5343" y="1891141"/>
              <a:ext cx="6364" cy="4889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8953C446-26FC-234E-5D23-CB6BA46DA411}"/>
                </a:ext>
              </a:extLst>
            </p:cNvPr>
            <p:cNvSpPr txBox="1"/>
            <p:nvPr/>
          </p:nvSpPr>
          <p:spPr>
            <a:xfrm rot="16200000">
              <a:off x="1532495" y="2052088"/>
              <a:ext cx="7104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censored</a:t>
              </a:r>
            </a:p>
          </p:txBody>
        </p:sp>
      </p:grpSp>
      <p:pic>
        <p:nvPicPr>
          <p:cNvPr id="171" name="Picture 170">
            <a:extLst>
              <a:ext uri="{FF2B5EF4-FFF2-40B4-BE49-F238E27FC236}">
                <a16:creationId xmlns:a16="http://schemas.microsoft.com/office/drawing/2014/main" id="{B343B308-ACEE-E768-73BE-42C231D0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528" y="1393273"/>
            <a:ext cx="617049" cy="389161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3094492C-4BAA-2B3F-B858-1FEB821E4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492" y="1400209"/>
            <a:ext cx="617049" cy="389161"/>
          </a:xfrm>
          <a:prstGeom prst="rect">
            <a:avLst/>
          </a:prstGeom>
          <a:ln>
            <a:noFill/>
          </a:ln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FF9FAAFD-8C94-7FFE-DFB3-577B20C1B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493" y="1838453"/>
            <a:ext cx="617049" cy="389161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2C510268-A18E-1C4C-4AA0-75E94F0E3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527" y="1847663"/>
            <a:ext cx="617049" cy="389161"/>
          </a:xfrm>
          <a:prstGeom prst="rect">
            <a:avLst/>
          </a:prstGeom>
        </p:spPr>
      </p:pic>
      <p:sp>
        <p:nvSpPr>
          <p:cNvPr id="177" name="Left Brace 176">
            <a:extLst>
              <a:ext uri="{FF2B5EF4-FFF2-40B4-BE49-F238E27FC236}">
                <a16:creationId xmlns:a16="http://schemas.microsoft.com/office/drawing/2014/main" id="{EB544FF2-81D1-AD7D-3626-0DAE82796BE3}"/>
              </a:ext>
            </a:extLst>
          </p:cNvPr>
          <p:cNvSpPr/>
          <p:nvPr/>
        </p:nvSpPr>
        <p:spPr>
          <a:xfrm rot="16200000">
            <a:off x="2926136" y="3622140"/>
            <a:ext cx="174533" cy="3525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80C1DFFC-0528-78AE-7A5B-E50BD4D06E26}"/>
              </a:ext>
            </a:extLst>
          </p:cNvPr>
          <p:cNvCxnSpPr>
            <a:cxnSpLocks/>
          </p:cNvCxnSpPr>
          <p:nvPr/>
        </p:nvCxnSpPr>
        <p:spPr>
          <a:xfrm flipV="1">
            <a:off x="3188023" y="3236352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5A652C67-446F-B628-A524-01718A04EA01}"/>
              </a:ext>
            </a:extLst>
          </p:cNvPr>
          <p:cNvCxnSpPr>
            <a:cxnSpLocks/>
          </p:cNvCxnSpPr>
          <p:nvPr/>
        </p:nvCxnSpPr>
        <p:spPr>
          <a:xfrm flipV="1">
            <a:off x="2837139" y="3229888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C9F937B5-F733-52E1-B962-4CFD3689ED5D}"/>
              </a:ext>
            </a:extLst>
          </p:cNvPr>
          <p:cNvCxnSpPr>
            <a:cxnSpLocks/>
          </p:cNvCxnSpPr>
          <p:nvPr/>
        </p:nvCxnSpPr>
        <p:spPr>
          <a:xfrm flipV="1">
            <a:off x="3541807" y="3229888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EDACBACC-16CE-A2B3-BBB0-2F090BE07746}"/>
              </a:ext>
            </a:extLst>
          </p:cNvPr>
          <p:cNvCxnSpPr>
            <a:cxnSpLocks/>
          </p:cNvCxnSpPr>
          <p:nvPr/>
        </p:nvCxnSpPr>
        <p:spPr>
          <a:xfrm flipV="1">
            <a:off x="3894334" y="3236352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Left Brace 181">
            <a:extLst>
              <a:ext uri="{FF2B5EF4-FFF2-40B4-BE49-F238E27FC236}">
                <a16:creationId xmlns:a16="http://schemas.microsoft.com/office/drawing/2014/main" id="{1D9B370D-06AA-11D8-A2E2-AE4BBB6324F9}"/>
              </a:ext>
            </a:extLst>
          </p:cNvPr>
          <p:cNvSpPr/>
          <p:nvPr/>
        </p:nvSpPr>
        <p:spPr>
          <a:xfrm rot="16200000">
            <a:off x="3278665" y="3622140"/>
            <a:ext cx="174533" cy="3525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Left Brace 182">
            <a:extLst>
              <a:ext uri="{FF2B5EF4-FFF2-40B4-BE49-F238E27FC236}">
                <a16:creationId xmlns:a16="http://schemas.microsoft.com/office/drawing/2014/main" id="{70F0DA08-40B5-F46C-723E-58094B94A2CB}"/>
              </a:ext>
            </a:extLst>
          </p:cNvPr>
          <p:cNvSpPr/>
          <p:nvPr/>
        </p:nvSpPr>
        <p:spPr>
          <a:xfrm rot="16200000">
            <a:off x="3630804" y="3622140"/>
            <a:ext cx="174533" cy="35252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25836A3-6D73-08D3-7713-BBABE5C5AFD3}"/>
              </a:ext>
            </a:extLst>
          </p:cNvPr>
          <p:cNvSpPr txBox="1"/>
          <p:nvPr/>
        </p:nvSpPr>
        <p:spPr>
          <a:xfrm rot="16200000">
            <a:off x="3009869" y="3322667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censored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2DB6CB9-DB21-B868-FBFF-3FD101230029}"/>
              </a:ext>
            </a:extLst>
          </p:cNvPr>
          <p:cNvSpPr txBox="1"/>
          <p:nvPr/>
        </p:nvSpPr>
        <p:spPr>
          <a:xfrm rot="16200000">
            <a:off x="3357025" y="3322667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censored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BE8616E-6900-43BC-75D9-9CD3321B4B0B}"/>
              </a:ext>
            </a:extLst>
          </p:cNvPr>
          <p:cNvSpPr txBox="1"/>
          <p:nvPr/>
        </p:nvSpPr>
        <p:spPr>
          <a:xfrm rot="16200000">
            <a:off x="4570472" y="3311090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censored</a:t>
            </a:r>
          </a:p>
        </p:txBody>
      </p:sp>
      <p:sp>
        <p:nvSpPr>
          <p:cNvPr id="187" name="Left Brace 186">
            <a:extLst>
              <a:ext uri="{FF2B5EF4-FFF2-40B4-BE49-F238E27FC236}">
                <a16:creationId xmlns:a16="http://schemas.microsoft.com/office/drawing/2014/main" id="{71E6F387-AFFF-13D2-688E-FF9E599D8543}"/>
              </a:ext>
            </a:extLst>
          </p:cNvPr>
          <p:cNvSpPr/>
          <p:nvPr/>
        </p:nvSpPr>
        <p:spPr>
          <a:xfrm rot="16200000">
            <a:off x="4861542" y="3610563"/>
            <a:ext cx="174533" cy="3525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DE0B3B55-0DC7-02DE-B78F-B7C2F9AE3059}"/>
              </a:ext>
            </a:extLst>
          </p:cNvPr>
          <p:cNvCxnSpPr>
            <a:cxnSpLocks/>
          </p:cNvCxnSpPr>
          <p:nvPr/>
        </p:nvCxnSpPr>
        <p:spPr>
          <a:xfrm flipV="1">
            <a:off x="5123429" y="3224775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D3D92706-6342-F36D-CEF2-C5491E70DB11}"/>
              </a:ext>
            </a:extLst>
          </p:cNvPr>
          <p:cNvCxnSpPr>
            <a:cxnSpLocks/>
          </p:cNvCxnSpPr>
          <p:nvPr/>
        </p:nvCxnSpPr>
        <p:spPr>
          <a:xfrm flipV="1">
            <a:off x="4772545" y="3218311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2920F68-3BFE-7DA5-5398-3550E53FE558}"/>
              </a:ext>
            </a:extLst>
          </p:cNvPr>
          <p:cNvCxnSpPr>
            <a:cxnSpLocks/>
          </p:cNvCxnSpPr>
          <p:nvPr/>
        </p:nvCxnSpPr>
        <p:spPr>
          <a:xfrm flipV="1">
            <a:off x="5477213" y="3218311"/>
            <a:ext cx="0" cy="488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12A159E4-F5F6-8EDB-3EB5-6A988905560B}"/>
              </a:ext>
            </a:extLst>
          </p:cNvPr>
          <p:cNvCxnSpPr>
            <a:cxnSpLocks/>
          </p:cNvCxnSpPr>
          <p:nvPr/>
        </p:nvCxnSpPr>
        <p:spPr>
          <a:xfrm flipV="1">
            <a:off x="5829740" y="3224775"/>
            <a:ext cx="0" cy="48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Left Brace 191">
            <a:extLst>
              <a:ext uri="{FF2B5EF4-FFF2-40B4-BE49-F238E27FC236}">
                <a16:creationId xmlns:a16="http://schemas.microsoft.com/office/drawing/2014/main" id="{7DA5F08B-24D9-991C-A94C-D0D7FC52957C}"/>
              </a:ext>
            </a:extLst>
          </p:cNvPr>
          <p:cNvSpPr/>
          <p:nvPr/>
        </p:nvSpPr>
        <p:spPr>
          <a:xfrm rot="16200000">
            <a:off x="5214071" y="3610563"/>
            <a:ext cx="174533" cy="3525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Left Brace 192">
            <a:extLst>
              <a:ext uri="{FF2B5EF4-FFF2-40B4-BE49-F238E27FC236}">
                <a16:creationId xmlns:a16="http://schemas.microsoft.com/office/drawing/2014/main" id="{82307D13-E173-4F20-4829-F9CF5EB622F6}"/>
              </a:ext>
            </a:extLst>
          </p:cNvPr>
          <p:cNvSpPr/>
          <p:nvPr/>
        </p:nvSpPr>
        <p:spPr>
          <a:xfrm rot="16200000">
            <a:off x="5566210" y="3610563"/>
            <a:ext cx="174533" cy="35252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59CEE6F-8E4C-E152-AB14-0A2D84D073B5}"/>
              </a:ext>
            </a:extLst>
          </p:cNvPr>
          <p:cNvSpPr txBox="1"/>
          <p:nvPr/>
        </p:nvSpPr>
        <p:spPr>
          <a:xfrm rot="16200000">
            <a:off x="4945275" y="3311090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censored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71D28C6-DFFF-AA73-5DE5-66D55D79273F}"/>
              </a:ext>
            </a:extLst>
          </p:cNvPr>
          <p:cNvSpPr txBox="1"/>
          <p:nvPr/>
        </p:nvSpPr>
        <p:spPr>
          <a:xfrm rot="16200000">
            <a:off x="5292431" y="3311090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censored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8BFFA0CB-6DF2-1F7E-3C16-020F58609127}"/>
              </a:ext>
            </a:extLst>
          </p:cNvPr>
          <p:cNvSpPr/>
          <p:nvPr/>
        </p:nvSpPr>
        <p:spPr>
          <a:xfrm>
            <a:off x="7570104" y="3673112"/>
            <a:ext cx="45719" cy="4571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2C6B1282-8E59-7570-0298-3817A697A29E}"/>
              </a:ext>
            </a:extLst>
          </p:cNvPr>
          <p:cNvSpPr/>
          <p:nvPr/>
        </p:nvSpPr>
        <p:spPr>
          <a:xfrm>
            <a:off x="7229930" y="3649140"/>
            <a:ext cx="45719" cy="4571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8" name="Picture 197">
            <a:extLst>
              <a:ext uri="{FF2B5EF4-FFF2-40B4-BE49-F238E27FC236}">
                <a16:creationId xmlns:a16="http://schemas.microsoft.com/office/drawing/2014/main" id="{C82B79D3-C3F3-3F19-0096-36928F578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27" y="2944853"/>
            <a:ext cx="617050" cy="389162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3CDADFE2-1CCA-C320-845B-755DDD519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27" y="3394583"/>
            <a:ext cx="617050" cy="389162"/>
          </a:xfrm>
          <a:prstGeom prst="rect">
            <a:avLst/>
          </a:prstGeom>
        </p:spPr>
      </p:pic>
      <p:pic>
        <p:nvPicPr>
          <p:cNvPr id="200" name="Picture 199">
            <a:extLst>
              <a:ext uri="{FF2B5EF4-FFF2-40B4-BE49-F238E27FC236}">
                <a16:creationId xmlns:a16="http://schemas.microsoft.com/office/drawing/2014/main" id="{7167EF04-798E-CD25-79C0-17EEF521E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8811" y="2921753"/>
            <a:ext cx="617050" cy="389162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AC268057-345B-A00D-5CC0-35DE2FDD0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705" y="3391983"/>
            <a:ext cx="617050" cy="389162"/>
          </a:xfrm>
          <a:prstGeom prst="rect">
            <a:avLst/>
          </a:prstGeom>
        </p:spPr>
      </p:pic>
      <p:sp>
        <p:nvSpPr>
          <p:cNvPr id="202" name="Freeform: Shape 201">
            <a:extLst>
              <a:ext uri="{FF2B5EF4-FFF2-40B4-BE49-F238E27FC236}">
                <a16:creationId xmlns:a16="http://schemas.microsoft.com/office/drawing/2014/main" id="{D5B62B89-6D77-D98F-A006-10030C2094A3}"/>
              </a:ext>
            </a:extLst>
          </p:cNvPr>
          <p:cNvSpPr/>
          <p:nvPr/>
        </p:nvSpPr>
        <p:spPr>
          <a:xfrm>
            <a:off x="6719389" y="4761407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  <a:ln w="12700"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3" name="Picture 202">
            <a:extLst>
              <a:ext uri="{FF2B5EF4-FFF2-40B4-BE49-F238E27FC236}">
                <a16:creationId xmlns:a16="http://schemas.microsoft.com/office/drawing/2014/main" id="{C1474517-C1B4-9B92-9368-C8D48CDE6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011" y="4420449"/>
            <a:ext cx="617050" cy="540354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91133934-52E7-CDBB-A91A-83AE10004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011" y="4943412"/>
            <a:ext cx="617050" cy="540354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6A7A47D1-09E0-947B-8304-8841EADD4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526" y="4430060"/>
            <a:ext cx="617050" cy="540354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6C50E790-4E89-0650-E2CB-16F9EC153A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526" y="4943412"/>
            <a:ext cx="617050" cy="540354"/>
          </a:xfrm>
          <a:prstGeom prst="rect">
            <a:avLst/>
          </a:prstGeom>
        </p:spPr>
      </p:pic>
      <p:sp>
        <p:nvSpPr>
          <p:cNvPr id="207" name="Freeform: Shape 206">
            <a:extLst>
              <a:ext uri="{FF2B5EF4-FFF2-40B4-BE49-F238E27FC236}">
                <a16:creationId xmlns:a16="http://schemas.microsoft.com/office/drawing/2014/main" id="{44E7EA87-814E-78EC-1091-7FA44BC040F4}"/>
              </a:ext>
            </a:extLst>
          </p:cNvPr>
          <p:cNvSpPr/>
          <p:nvPr/>
        </p:nvSpPr>
        <p:spPr>
          <a:xfrm>
            <a:off x="4708609" y="6653294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46B9369C-7D31-F346-A696-6A82CD2755E1}"/>
              </a:ext>
            </a:extLst>
          </p:cNvPr>
          <p:cNvSpPr/>
          <p:nvPr/>
        </p:nvSpPr>
        <p:spPr>
          <a:xfrm>
            <a:off x="5370712" y="6650489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Freeform: Shape 208">
            <a:extLst>
              <a:ext uri="{FF2B5EF4-FFF2-40B4-BE49-F238E27FC236}">
                <a16:creationId xmlns:a16="http://schemas.microsoft.com/office/drawing/2014/main" id="{E00D4F01-F1F5-2073-DBEA-5CEDBC5203AD}"/>
              </a:ext>
            </a:extLst>
          </p:cNvPr>
          <p:cNvSpPr/>
          <p:nvPr/>
        </p:nvSpPr>
        <p:spPr>
          <a:xfrm>
            <a:off x="4705155" y="7056891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64B819E2-64E6-D0A5-B915-B97FD1521992}"/>
              </a:ext>
            </a:extLst>
          </p:cNvPr>
          <p:cNvSpPr/>
          <p:nvPr/>
        </p:nvSpPr>
        <p:spPr>
          <a:xfrm>
            <a:off x="5376225" y="7050387"/>
            <a:ext cx="630434" cy="364289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EBAEC29B-F910-BBFB-B77E-1A2F8DAB1E47}"/>
              </a:ext>
            </a:extLst>
          </p:cNvPr>
          <p:cNvSpPr/>
          <p:nvPr/>
        </p:nvSpPr>
        <p:spPr>
          <a:xfrm>
            <a:off x="4745060" y="693573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75FACC6A-7217-1CA4-047F-898973FD917F}"/>
              </a:ext>
            </a:extLst>
          </p:cNvPr>
          <p:cNvSpPr/>
          <p:nvPr/>
        </p:nvSpPr>
        <p:spPr>
          <a:xfrm>
            <a:off x="4809028" y="673267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273FAC59-9735-45AF-6AD1-C4A18B0EC458}"/>
              </a:ext>
            </a:extLst>
          </p:cNvPr>
          <p:cNvSpPr/>
          <p:nvPr/>
        </p:nvSpPr>
        <p:spPr>
          <a:xfrm>
            <a:off x="4895725" y="69814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4" name="Freeform: Shape 213">
            <a:extLst>
              <a:ext uri="{FF2B5EF4-FFF2-40B4-BE49-F238E27FC236}">
                <a16:creationId xmlns:a16="http://schemas.microsoft.com/office/drawing/2014/main" id="{5661FBE3-20A2-CDE0-06F8-90C9B7695D92}"/>
              </a:ext>
            </a:extLst>
          </p:cNvPr>
          <p:cNvSpPr/>
          <p:nvPr/>
        </p:nvSpPr>
        <p:spPr>
          <a:xfrm>
            <a:off x="6736895" y="6778392"/>
            <a:ext cx="1066800" cy="668241"/>
          </a:xfrm>
          <a:custGeom>
            <a:avLst/>
            <a:gdLst>
              <a:gd name="connsiteX0" fmla="*/ 0 w 1066800"/>
              <a:gd name="connsiteY0" fmla="*/ 668241 h 668241"/>
              <a:gd name="connsiteX1" fmla="*/ 93133 w 1066800"/>
              <a:gd name="connsiteY1" fmla="*/ 84041 h 668241"/>
              <a:gd name="connsiteX2" fmla="*/ 220133 w 1066800"/>
              <a:gd name="connsiteY2" fmla="*/ 41708 h 668241"/>
              <a:gd name="connsiteX3" fmla="*/ 406400 w 1066800"/>
              <a:gd name="connsiteY3" fmla="*/ 448108 h 668241"/>
              <a:gd name="connsiteX4" fmla="*/ 592667 w 1066800"/>
              <a:gd name="connsiteY4" fmla="*/ 575108 h 668241"/>
              <a:gd name="connsiteX5" fmla="*/ 1066800 w 1066800"/>
              <a:gd name="connsiteY5" fmla="*/ 625908 h 668241"/>
              <a:gd name="connsiteX6" fmla="*/ 1066800 w 1066800"/>
              <a:gd name="connsiteY6" fmla="*/ 625908 h 66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6800" h="668241">
                <a:moveTo>
                  <a:pt x="0" y="668241"/>
                </a:moveTo>
                <a:cubicBezTo>
                  <a:pt x="28222" y="428352"/>
                  <a:pt x="56444" y="188463"/>
                  <a:pt x="93133" y="84041"/>
                </a:cubicBezTo>
                <a:cubicBezTo>
                  <a:pt x="129822" y="-20381"/>
                  <a:pt x="167922" y="-18970"/>
                  <a:pt x="220133" y="41708"/>
                </a:cubicBezTo>
                <a:cubicBezTo>
                  <a:pt x="272344" y="102386"/>
                  <a:pt x="344311" y="359208"/>
                  <a:pt x="406400" y="448108"/>
                </a:cubicBezTo>
                <a:cubicBezTo>
                  <a:pt x="468489" y="537008"/>
                  <a:pt x="482600" y="545475"/>
                  <a:pt x="592667" y="575108"/>
                </a:cubicBezTo>
                <a:cubicBezTo>
                  <a:pt x="702734" y="604741"/>
                  <a:pt x="1066800" y="625908"/>
                  <a:pt x="1066800" y="625908"/>
                </a:cubicBezTo>
                <a:lnTo>
                  <a:pt x="1066800" y="625908"/>
                </a:lnTo>
              </a:path>
            </a:pathLst>
          </a:custGeom>
          <a:noFill/>
          <a:ln w="12700"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3" name="Picture 222">
            <a:extLst>
              <a:ext uri="{FF2B5EF4-FFF2-40B4-BE49-F238E27FC236}">
                <a16:creationId xmlns:a16="http://schemas.microsoft.com/office/drawing/2014/main" id="{99D2DB13-A4E7-AB81-7519-16D8F4D48F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6178" y="6658211"/>
            <a:ext cx="625975" cy="396097"/>
          </a:xfrm>
          <a:prstGeom prst="rect">
            <a:avLst/>
          </a:prstGeom>
          <a:ln>
            <a:noFill/>
          </a:ln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5498AE08-28BD-226F-3833-FE153A00C4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7930" y="7034482"/>
            <a:ext cx="625975" cy="396097"/>
          </a:xfrm>
          <a:prstGeom prst="rect">
            <a:avLst/>
          </a:prstGeom>
          <a:ln>
            <a:noFill/>
          </a:ln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B28BEFD3-4936-5404-00BE-BD452EDCB6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9465" y="7029771"/>
            <a:ext cx="625975" cy="396097"/>
          </a:xfrm>
          <a:prstGeom prst="rect">
            <a:avLst/>
          </a:prstGeom>
          <a:ln>
            <a:noFill/>
          </a:ln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FE0998C0-19BD-BF4B-A917-800DED92BF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8661" y="6651183"/>
            <a:ext cx="625975" cy="39609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231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10878</TotalTime>
  <Words>122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Demaree, David</dc:creator>
  <cp:lastModifiedBy>Demaree, David</cp:lastModifiedBy>
  <cp:revision>2</cp:revision>
  <cp:lastPrinted>2026-02-20T17:41:11Z</cp:lastPrinted>
  <dcterms:created xsi:type="dcterms:W3CDTF">2023-03-28T15:23:16Z</dcterms:created>
  <dcterms:modified xsi:type="dcterms:W3CDTF">2026-02-26T14:58:30Z</dcterms:modified>
</cp:coreProperties>
</file>