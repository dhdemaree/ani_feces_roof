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192000" cy="9144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6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aree, David" userId="19462e69-2e4d-4062-8b49-58d23c89592b" providerId="ADAL" clId="{0FE66CF8-880A-48FA-AF82-0729498C4E9F}"/>
    <pc:docChg chg="delSld">
      <pc:chgData name="Demaree, David" userId="19462e69-2e4d-4062-8b49-58d23c89592b" providerId="ADAL" clId="{0FE66CF8-880A-48FA-AF82-0729498C4E9F}" dt="2026-02-26T14:54:17.214" v="15" actId="47"/>
      <pc:docMkLst>
        <pc:docMk/>
      </pc:docMkLst>
      <pc:sldChg chg="del">
        <pc:chgData name="Demaree, David" userId="19462e69-2e4d-4062-8b49-58d23c89592b" providerId="ADAL" clId="{0FE66CF8-880A-48FA-AF82-0729498C4E9F}" dt="2026-02-26T14:53:56.356" v="0" actId="47"/>
        <pc:sldMkLst>
          <pc:docMk/>
          <pc:sldMk cId="2606671909" sldId="256"/>
        </pc:sldMkLst>
      </pc:sldChg>
      <pc:sldChg chg="del">
        <pc:chgData name="Demaree, David" userId="19462e69-2e4d-4062-8b49-58d23c89592b" providerId="ADAL" clId="{0FE66CF8-880A-48FA-AF82-0729498C4E9F}" dt="2026-02-26T14:54:03.465" v="6" actId="47"/>
        <pc:sldMkLst>
          <pc:docMk/>
          <pc:sldMk cId="3774014578" sldId="258"/>
        </pc:sldMkLst>
      </pc:sldChg>
      <pc:sldChg chg="del">
        <pc:chgData name="Demaree, David" userId="19462e69-2e4d-4062-8b49-58d23c89592b" providerId="ADAL" clId="{0FE66CF8-880A-48FA-AF82-0729498C4E9F}" dt="2026-02-26T14:53:57.686" v="1" actId="47"/>
        <pc:sldMkLst>
          <pc:docMk/>
          <pc:sldMk cId="2275877153" sldId="259"/>
        </pc:sldMkLst>
      </pc:sldChg>
      <pc:sldChg chg="del">
        <pc:chgData name="Demaree, David" userId="19462e69-2e4d-4062-8b49-58d23c89592b" providerId="ADAL" clId="{0FE66CF8-880A-48FA-AF82-0729498C4E9F}" dt="2026-02-26T14:54:04.541" v="7" actId="47"/>
        <pc:sldMkLst>
          <pc:docMk/>
          <pc:sldMk cId="231443102" sldId="260"/>
        </pc:sldMkLst>
      </pc:sldChg>
      <pc:sldChg chg="del">
        <pc:chgData name="Demaree, David" userId="19462e69-2e4d-4062-8b49-58d23c89592b" providerId="ADAL" clId="{0FE66CF8-880A-48FA-AF82-0729498C4E9F}" dt="2026-02-26T14:54:05.927" v="8" actId="47"/>
        <pc:sldMkLst>
          <pc:docMk/>
          <pc:sldMk cId="928670928" sldId="261"/>
        </pc:sldMkLst>
      </pc:sldChg>
      <pc:sldChg chg="del">
        <pc:chgData name="Demaree, David" userId="19462e69-2e4d-4062-8b49-58d23c89592b" providerId="ADAL" clId="{0FE66CF8-880A-48FA-AF82-0729498C4E9F}" dt="2026-02-26T14:54:07.893" v="9" actId="47"/>
        <pc:sldMkLst>
          <pc:docMk/>
          <pc:sldMk cId="4150102708" sldId="262"/>
        </pc:sldMkLst>
      </pc:sldChg>
      <pc:sldChg chg="del">
        <pc:chgData name="Demaree, David" userId="19462e69-2e4d-4062-8b49-58d23c89592b" providerId="ADAL" clId="{0FE66CF8-880A-48FA-AF82-0729498C4E9F}" dt="2026-02-26T14:54:09.108" v="10" actId="47"/>
        <pc:sldMkLst>
          <pc:docMk/>
          <pc:sldMk cId="1656917391" sldId="263"/>
        </pc:sldMkLst>
      </pc:sldChg>
      <pc:sldChg chg="del">
        <pc:chgData name="Demaree, David" userId="19462e69-2e4d-4062-8b49-58d23c89592b" providerId="ADAL" clId="{0FE66CF8-880A-48FA-AF82-0729498C4E9F}" dt="2026-02-26T14:54:02.199" v="5" actId="47"/>
        <pc:sldMkLst>
          <pc:docMk/>
          <pc:sldMk cId="501069891" sldId="264"/>
        </pc:sldMkLst>
      </pc:sldChg>
      <pc:sldChg chg="del">
        <pc:chgData name="Demaree, David" userId="19462e69-2e4d-4062-8b49-58d23c89592b" providerId="ADAL" clId="{0FE66CF8-880A-48FA-AF82-0729498C4E9F}" dt="2026-02-26T14:54:12.181" v="11" actId="47"/>
        <pc:sldMkLst>
          <pc:docMk/>
          <pc:sldMk cId="2640284198" sldId="265"/>
        </pc:sldMkLst>
      </pc:sldChg>
      <pc:sldChg chg="del">
        <pc:chgData name="Demaree, David" userId="19462e69-2e4d-4062-8b49-58d23c89592b" providerId="ADAL" clId="{0FE66CF8-880A-48FA-AF82-0729498C4E9F}" dt="2026-02-26T14:54:17.214" v="15" actId="47"/>
        <pc:sldMkLst>
          <pc:docMk/>
          <pc:sldMk cId="153934009" sldId="266"/>
        </pc:sldMkLst>
      </pc:sldChg>
      <pc:sldChg chg="del">
        <pc:chgData name="Demaree, David" userId="19462e69-2e4d-4062-8b49-58d23c89592b" providerId="ADAL" clId="{0FE66CF8-880A-48FA-AF82-0729498C4E9F}" dt="2026-02-26T14:54:13.530" v="12" actId="47"/>
        <pc:sldMkLst>
          <pc:docMk/>
          <pc:sldMk cId="2132310735" sldId="267"/>
        </pc:sldMkLst>
      </pc:sldChg>
      <pc:sldChg chg="del">
        <pc:chgData name="Demaree, David" userId="19462e69-2e4d-4062-8b49-58d23c89592b" providerId="ADAL" clId="{0FE66CF8-880A-48FA-AF82-0729498C4E9F}" dt="2026-02-26T14:54:14.786" v="13" actId="47"/>
        <pc:sldMkLst>
          <pc:docMk/>
          <pc:sldMk cId="2982007042" sldId="268"/>
        </pc:sldMkLst>
      </pc:sldChg>
      <pc:sldChg chg="del">
        <pc:chgData name="Demaree, David" userId="19462e69-2e4d-4062-8b49-58d23c89592b" providerId="ADAL" clId="{0FE66CF8-880A-48FA-AF82-0729498C4E9F}" dt="2026-02-26T14:54:16.030" v="14" actId="47"/>
        <pc:sldMkLst>
          <pc:docMk/>
          <pc:sldMk cId="1517358748" sldId="269"/>
        </pc:sldMkLst>
      </pc:sldChg>
      <pc:sldChg chg="del">
        <pc:chgData name="Demaree, David" userId="19462e69-2e4d-4062-8b49-58d23c89592b" providerId="ADAL" clId="{0FE66CF8-880A-48FA-AF82-0729498C4E9F}" dt="2026-02-26T14:53:58.674" v="2" actId="47"/>
        <pc:sldMkLst>
          <pc:docMk/>
          <pc:sldMk cId="2078705165" sldId="270"/>
        </pc:sldMkLst>
      </pc:sldChg>
      <pc:sldChg chg="del">
        <pc:chgData name="Demaree, David" userId="19462e69-2e4d-4062-8b49-58d23c89592b" providerId="ADAL" clId="{0FE66CF8-880A-48FA-AF82-0729498C4E9F}" dt="2026-02-26T14:54:00.947" v="4" actId="47"/>
        <pc:sldMkLst>
          <pc:docMk/>
          <pc:sldMk cId="3014085445" sldId="271"/>
        </pc:sldMkLst>
      </pc:sldChg>
      <pc:sldChg chg="del">
        <pc:chgData name="Demaree, David" userId="19462e69-2e4d-4062-8b49-58d23c89592b" providerId="ADAL" clId="{0FE66CF8-880A-48FA-AF82-0729498C4E9F}" dt="2026-02-26T14:53:59.518" v="3" actId="47"/>
        <pc:sldMkLst>
          <pc:docMk/>
          <pc:sldMk cId="1336397377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2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1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1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7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4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7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3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0BC8FC6-E95D-B713-22EF-829C1F767B34}"/>
              </a:ext>
            </a:extLst>
          </p:cNvPr>
          <p:cNvGrpSpPr/>
          <p:nvPr/>
        </p:nvGrpSpPr>
        <p:grpSpPr>
          <a:xfrm>
            <a:off x="2062821" y="310385"/>
            <a:ext cx="9950178" cy="8565851"/>
            <a:chOff x="2062821" y="310385"/>
            <a:chExt cx="9950178" cy="85658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7FFE959-C252-C404-D417-39C409EBD761}"/>
                </a:ext>
              </a:extLst>
            </p:cNvPr>
            <p:cNvSpPr txBox="1"/>
            <p:nvPr/>
          </p:nvSpPr>
          <p:spPr>
            <a:xfrm>
              <a:off x="2062822" y="2778976"/>
              <a:ext cx="252902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Prevalence Outcomes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FD6628-09F3-4337-5454-4D52084993A5}"/>
                </a:ext>
              </a:extLst>
            </p:cNvPr>
            <p:cNvSpPr txBox="1"/>
            <p:nvPr/>
          </p:nvSpPr>
          <p:spPr>
            <a:xfrm>
              <a:off x="5623155" y="7413438"/>
              <a:ext cx="4232524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Sensitivity (Monte Carlo R mc2d)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DF1328-EB10-B6BD-E788-7814C892EEA0}"/>
                </a:ext>
              </a:extLst>
            </p:cNvPr>
            <p:cNvSpPr txBox="1"/>
            <p:nvPr/>
          </p:nvSpPr>
          <p:spPr>
            <a:xfrm>
              <a:off x="2080143" y="8476126"/>
              <a:ext cx="9932856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  Synthesis Monte Carlo weight based on GRADE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614B1E-1E2D-5D66-27EA-A394B5114218}"/>
                </a:ext>
              </a:extLst>
            </p:cNvPr>
            <p:cNvSpPr txBox="1"/>
            <p:nvPr/>
          </p:nvSpPr>
          <p:spPr>
            <a:xfrm>
              <a:off x="5623155" y="6821542"/>
              <a:ext cx="4232524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MLE-NM (Fit R </a:t>
              </a:r>
              <a:r>
                <a:rPr lang="en-US" sz="2000" dirty="0" err="1">
                  <a:latin typeface="Gill Sans MT" panose="020B0502020104020203" pitchFamily="34" charset="0"/>
                </a:rPr>
                <a:t>fitdistrplus</a:t>
              </a:r>
              <a:r>
                <a:rPr lang="en-US" sz="2000" dirty="0">
                  <a:latin typeface="Gill Sans MT" panose="020B0502020104020203" pitchFamily="34" charset="0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2C8C5E-18CD-2D2D-4266-8D8283757EE8}"/>
                </a:ext>
              </a:extLst>
            </p:cNvPr>
            <p:cNvSpPr txBox="1"/>
            <p:nvPr/>
          </p:nvSpPr>
          <p:spPr>
            <a:xfrm>
              <a:off x="7047157" y="3830918"/>
              <a:ext cx="2843130" cy="70788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Pathogen Concentration Outcomes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765C2D-DF00-71F4-0916-2A01758D2116}"/>
                </a:ext>
              </a:extLst>
            </p:cNvPr>
            <p:cNvSpPr txBox="1"/>
            <p:nvPr/>
          </p:nvSpPr>
          <p:spPr>
            <a:xfrm>
              <a:off x="9936604" y="5333636"/>
              <a:ext cx="2076395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Samples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CCF231-0343-3233-09C0-45D94D8E4328}"/>
                </a:ext>
              </a:extLst>
            </p:cNvPr>
            <p:cNvSpPr txBox="1"/>
            <p:nvPr/>
          </p:nvSpPr>
          <p:spPr>
            <a:xfrm>
              <a:off x="2062822" y="5333636"/>
              <a:ext cx="1976342" cy="70788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Summary Statistics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AE6AD6-2B56-35C6-C87A-6BDA28126F22}"/>
                </a:ext>
              </a:extLst>
            </p:cNvPr>
            <p:cNvSpPr txBox="1"/>
            <p:nvPr/>
          </p:nvSpPr>
          <p:spPr>
            <a:xfrm>
              <a:off x="7323325" y="5333636"/>
              <a:ext cx="2259820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Semiquantitative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933318-0EF1-6AC9-959E-A2C531BAE6D1}"/>
                </a:ext>
              </a:extLst>
            </p:cNvPr>
            <p:cNvSpPr txBox="1"/>
            <p:nvPr/>
          </p:nvSpPr>
          <p:spPr>
            <a:xfrm>
              <a:off x="4403410" y="5333636"/>
              <a:ext cx="2681424" cy="70788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Summary Statistics for Positive Samples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2674BA-EC32-DDAB-A771-DD03E0C5DE78}"/>
                </a:ext>
              </a:extLst>
            </p:cNvPr>
            <p:cNvSpPr txBox="1"/>
            <p:nvPr/>
          </p:nvSpPr>
          <p:spPr>
            <a:xfrm>
              <a:off x="2062822" y="6825587"/>
              <a:ext cx="3266382" cy="101566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Relationship between normal and lognormal distribution (Jahne 2017)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9184D7-24CA-3E6D-1855-49CAC003A3D0}"/>
                </a:ext>
              </a:extLst>
            </p:cNvPr>
            <p:cNvSpPr txBox="1"/>
            <p:nvPr/>
          </p:nvSpPr>
          <p:spPr>
            <a:xfrm>
              <a:off x="8083219" y="6233469"/>
              <a:ext cx="1712134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Censored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2A256F-F700-D606-C907-005AE8713EAC}"/>
                </a:ext>
              </a:extLst>
            </p:cNvPr>
            <p:cNvSpPr txBox="1"/>
            <p:nvPr/>
          </p:nvSpPr>
          <p:spPr>
            <a:xfrm>
              <a:off x="10648199" y="6828193"/>
              <a:ext cx="1364800" cy="70788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Calculated Directly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D8AD45-3A93-ABB8-4EF0-70E464687FBC}"/>
                </a:ext>
              </a:extLst>
            </p:cNvPr>
            <p:cNvSpPr txBox="1"/>
            <p:nvPr/>
          </p:nvSpPr>
          <p:spPr>
            <a:xfrm>
              <a:off x="5623155" y="6231477"/>
              <a:ext cx="1461680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Special Case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0F20EEE-5FBE-9521-EBFF-A61DDDF0D7D2}"/>
                </a:ext>
              </a:extLst>
            </p:cNvPr>
            <p:cNvCxnSpPr>
              <a:cxnSpLocks/>
            </p:cNvCxnSpPr>
            <p:nvPr/>
          </p:nvCxnSpPr>
          <p:spPr>
            <a:xfrm>
              <a:off x="5114758" y="6050655"/>
              <a:ext cx="0" cy="78667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7FFCA52-B848-9641-0887-26B0A91731E7}"/>
                </a:ext>
              </a:extLst>
            </p:cNvPr>
            <p:cNvCxnSpPr>
              <a:cxnSpLocks/>
            </p:cNvCxnSpPr>
            <p:nvPr/>
          </p:nvCxnSpPr>
          <p:spPr>
            <a:xfrm>
              <a:off x="2722003" y="6034872"/>
              <a:ext cx="0" cy="7866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9956445-F632-E3DF-3C3B-439174F0C66C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rot="16200000" flipH="1">
              <a:off x="9324346" y="3683180"/>
              <a:ext cx="794832" cy="250608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BA1630-6542-54B2-97EA-831590ADE4DE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 rot="5400000">
              <a:off x="8063563" y="4928477"/>
              <a:ext cx="794832" cy="15487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047D52C-BF69-32A9-630C-4A3889F33097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rot="5400000">
              <a:off x="6709006" y="3573920"/>
              <a:ext cx="794832" cy="27246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658A3F1-FE2F-DCF4-777D-16ECBDB60A72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rot="5400000">
              <a:off x="5362442" y="2227356"/>
              <a:ext cx="794832" cy="5417729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617B18F-477D-7A7A-00DE-A6E42786C77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819098" y="5289936"/>
              <a:ext cx="497731" cy="140452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E98E658-40E6-D48A-ACF0-F3320C7FBDE5}"/>
                </a:ext>
              </a:extLst>
            </p:cNvPr>
            <p:cNvCxnSpPr>
              <a:cxnSpLocks/>
            </p:cNvCxnSpPr>
            <p:nvPr/>
          </p:nvCxnSpPr>
          <p:spPr>
            <a:xfrm>
              <a:off x="8468722" y="5733746"/>
              <a:ext cx="0" cy="49485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1172F57-CB48-16F7-A894-F1CB2E31AB91}"/>
                </a:ext>
              </a:extLst>
            </p:cNvPr>
            <p:cNvCxnSpPr>
              <a:cxnSpLocks/>
            </p:cNvCxnSpPr>
            <p:nvPr/>
          </p:nvCxnSpPr>
          <p:spPr>
            <a:xfrm>
              <a:off x="5346525" y="7602287"/>
              <a:ext cx="276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C3DCFC-F2C6-7D8E-460C-B89262E81E7A}"/>
                </a:ext>
              </a:extLst>
            </p:cNvPr>
            <p:cNvCxnSpPr>
              <a:cxnSpLocks/>
              <a:stCxn id="17" idx="3"/>
              <a:endCxn id="15" idx="1"/>
            </p:cNvCxnSpPr>
            <p:nvPr/>
          </p:nvCxnSpPr>
          <p:spPr>
            <a:xfrm>
              <a:off x="7084835" y="6431532"/>
              <a:ext cx="998384" cy="19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3DC2DF5-84DE-3E71-2449-092E1688F3C8}"/>
                </a:ext>
              </a:extLst>
            </p:cNvPr>
            <p:cNvCxnSpPr>
              <a:cxnSpLocks/>
            </p:cNvCxnSpPr>
            <p:nvPr/>
          </p:nvCxnSpPr>
          <p:spPr>
            <a:xfrm>
              <a:off x="6370591" y="6041523"/>
              <a:ext cx="0" cy="189955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0BEFC79-2C0D-3702-F704-4E7EE6317DCB}"/>
                </a:ext>
              </a:extLst>
            </p:cNvPr>
            <p:cNvCxnSpPr>
              <a:cxnSpLocks/>
            </p:cNvCxnSpPr>
            <p:nvPr/>
          </p:nvCxnSpPr>
          <p:spPr>
            <a:xfrm>
              <a:off x="9365702" y="6631588"/>
              <a:ext cx="0" cy="189955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D7C6A26-7AF0-A5F0-B16F-6DCDB130507E}"/>
                </a:ext>
              </a:extLst>
            </p:cNvPr>
            <p:cNvCxnSpPr>
              <a:cxnSpLocks/>
            </p:cNvCxnSpPr>
            <p:nvPr/>
          </p:nvCxnSpPr>
          <p:spPr>
            <a:xfrm>
              <a:off x="8470778" y="6628708"/>
              <a:ext cx="0" cy="189955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2AA8B2B-28F1-3A54-0DD3-505B21B18274}"/>
                </a:ext>
              </a:extLst>
            </p:cNvPr>
            <p:cNvCxnSpPr>
              <a:cxnSpLocks/>
            </p:cNvCxnSpPr>
            <p:nvPr/>
          </p:nvCxnSpPr>
          <p:spPr>
            <a:xfrm>
              <a:off x="11330599" y="7527999"/>
              <a:ext cx="0" cy="93716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17ED298-D662-5935-AD5B-0E2676A3DF22}"/>
                </a:ext>
              </a:extLst>
            </p:cNvPr>
            <p:cNvCxnSpPr>
              <a:cxnSpLocks/>
            </p:cNvCxnSpPr>
            <p:nvPr/>
          </p:nvCxnSpPr>
          <p:spPr>
            <a:xfrm>
              <a:off x="11330599" y="5743332"/>
              <a:ext cx="0" cy="109444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223F832-5062-DD42-C647-B51756481FA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630235" y="7557423"/>
              <a:ext cx="623917" cy="119157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D851E39-5FE1-B139-E113-A76E2AF35C7D}"/>
                </a:ext>
              </a:extLst>
            </p:cNvPr>
            <p:cNvCxnSpPr>
              <a:cxnSpLocks/>
            </p:cNvCxnSpPr>
            <p:nvPr/>
          </p:nvCxnSpPr>
          <p:spPr>
            <a:xfrm>
              <a:off x="8468722" y="7813549"/>
              <a:ext cx="0" cy="659699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C5752F9-5B8F-510D-A064-F756E9C3D593}"/>
                </a:ext>
              </a:extLst>
            </p:cNvPr>
            <p:cNvCxnSpPr>
              <a:cxnSpLocks/>
            </p:cNvCxnSpPr>
            <p:nvPr/>
          </p:nvCxnSpPr>
          <p:spPr>
            <a:xfrm>
              <a:off x="6388878" y="7228304"/>
              <a:ext cx="0" cy="185135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615A586-527D-C607-7E50-127F4E9A938F}"/>
                </a:ext>
              </a:extLst>
            </p:cNvPr>
            <p:cNvCxnSpPr>
              <a:cxnSpLocks/>
            </p:cNvCxnSpPr>
            <p:nvPr/>
          </p:nvCxnSpPr>
          <p:spPr>
            <a:xfrm>
              <a:off x="3026258" y="7841249"/>
              <a:ext cx="0" cy="6319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7F167F4-A182-E398-3508-7736021DC3EA}"/>
                </a:ext>
              </a:extLst>
            </p:cNvPr>
            <p:cNvCxnSpPr>
              <a:cxnSpLocks/>
            </p:cNvCxnSpPr>
            <p:nvPr/>
          </p:nvCxnSpPr>
          <p:spPr>
            <a:xfrm>
              <a:off x="8468722" y="7221653"/>
              <a:ext cx="0" cy="221045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F52AEC4-4FE6-F2AD-BAFC-CA906F2B5616}"/>
                </a:ext>
              </a:extLst>
            </p:cNvPr>
            <p:cNvCxnSpPr>
              <a:cxnSpLocks/>
            </p:cNvCxnSpPr>
            <p:nvPr/>
          </p:nvCxnSpPr>
          <p:spPr>
            <a:xfrm>
              <a:off x="9365702" y="7221653"/>
              <a:ext cx="0" cy="221045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61ED238-6CA7-866F-D092-F31B5A1BCFAB}"/>
                </a:ext>
              </a:extLst>
            </p:cNvPr>
            <p:cNvCxnSpPr>
              <a:cxnSpLocks/>
            </p:cNvCxnSpPr>
            <p:nvPr/>
          </p:nvCxnSpPr>
          <p:spPr>
            <a:xfrm>
              <a:off x="6388878" y="7841250"/>
              <a:ext cx="0" cy="659699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1ED6B91-84D6-DE8B-82C4-B0DF56EE9E3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066296" y="4434603"/>
              <a:ext cx="2" cy="2994670"/>
            </a:xfrm>
            <a:prstGeom prst="bentConnector3">
              <a:avLst>
                <a:gd name="adj1" fmla="val -11430000000"/>
              </a:avLst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8AB004E-CDF5-402A-55EB-374D07A02FDA}"/>
                </a:ext>
              </a:extLst>
            </p:cNvPr>
            <p:cNvSpPr txBox="1"/>
            <p:nvPr/>
          </p:nvSpPr>
          <p:spPr>
            <a:xfrm>
              <a:off x="3446465" y="6231477"/>
              <a:ext cx="1461680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Substitution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70888A9-A3CA-D15F-3F1B-F423BA3D847C}"/>
                </a:ext>
              </a:extLst>
            </p:cNvPr>
            <p:cNvCxnSpPr>
              <a:cxnSpLocks/>
            </p:cNvCxnSpPr>
            <p:nvPr/>
          </p:nvCxnSpPr>
          <p:spPr>
            <a:xfrm>
              <a:off x="3672971" y="6041522"/>
              <a:ext cx="0" cy="18707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50C64CD-91DC-0AE0-EE8B-733F6715D6DD}"/>
                </a:ext>
              </a:extLst>
            </p:cNvPr>
            <p:cNvCxnSpPr>
              <a:cxnSpLocks/>
            </p:cNvCxnSpPr>
            <p:nvPr/>
          </p:nvCxnSpPr>
          <p:spPr>
            <a:xfrm>
              <a:off x="3672971" y="6631587"/>
              <a:ext cx="0" cy="18707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A035248-C8E4-FDCE-5BB1-6928DD30C936}"/>
                </a:ext>
              </a:extLst>
            </p:cNvPr>
            <p:cNvCxnSpPr>
              <a:cxnSpLocks/>
            </p:cNvCxnSpPr>
            <p:nvPr/>
          </p:nvCxnSpPr>
          <p:spPr>
            <a:xfrm>
              <a:off x="4724936" y="6050655"/>
              <a:ext cx="0" cy="15654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BC0C80B-659B-3EDA-53FF-E79D1F430D18}"/>
                </a:ext>
              </a:extLst>
            </p:cNvPr>
            <p:cNvCxnSpPr>
              <a:cxnSpLocks/>
            </p:cNvCxnSpPr>
            <p:nvPr/>
          </p:nvCxnSpPr>
          <p:spPr>
            <a:xfrm>
              <a:off x="4724936" y="6662117"/>
              <a:ext cx="0" cy="15654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513C4279-B868-4B2B-40FA-E2C754FAC7B9}"/>
                </a:ext>
              </a:extLst>
            </p:cNvPr>
            <p:cNvCxnSpPr>
              <a:cxnSpLocks/>
              <a:stCxn id="55" idx="1"/>
              <a:endCxn id="6" idx="1"/>
            </p:cNvCxnSpPr>
            <p:nvPr/>
          </p:nvCxnSpPr>
          <p:spPr>
            <a:xfrm rot="10800000" flipH="1" flipV="1">
              <a:off x="2062821" y="2178811"/>
              <a:ext cx="17321" cy="6497370"/>
            </a:xfrm>
            <a:prstGeom prst="bentConnector3">
              <a:avLst>
                <a:gd name="adj1" fmla="val -366607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29D336-1AC9-F9E5-D3F4-1627A0F8291E}"/>
                </a:ext>
              </a:extLst>
            </p:cNvPr>
            <p:cNvSpPr txBox="1"/>
            <p:nvPr/>
          </p:nvSpPr>
          <p:spPr>
            <a:xfrm>
              <a:off x="2062822" y="3453704"/>
              <a:ext cx="3439886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Clopper Pearson Exact Method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092F29C-6E09-4983-F8A7-408AA6421BA8}"/>
                </a:ext>
              </a:extLst>
            </p:cNvPr>
            <p:cNvSpPr txBox="1"/>
            <p:nvPr/>
          </p:nvSpPr>
          <p:spPr>
            <a:xfrm>
              <a:off x="2062822" y="4138694"/>
              <a:ext cx="366397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Synthesis Random Effects Model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D6B44D0-C864-547D-18C0-068E13C25A5A}"/>
                </a:ext>
              </a:extLst>
            </p:cNvPr>
            <p:cNvSpPr txBox="1"/>
            <p:nvPr/>
          </p:nvSpPr>
          <p:spPr>
            <a:xfrm>
              <a:off x="5616806" y="310385"/>
              <a:ext cx="231097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Systematic Review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458DC18-96D3-2BC2-2D78-0A0F662E7422}"/>
                </a:ext>
              </a:extLst>
            </p:cNvPr>
            <p:cNvSpPr txBox="1"/>
            <p:nvPr/>
          </p:nvSpPr>
          <p:spPr>
            <a:xfrm>
              <a:off x="5616806" y="1051978"/>
              <a:ext cx="231097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Information Source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0AB248-8E2D-3D1B-39B3-49699C27D8E8}"/>
                </a:ext>
              </a:extLst>
            </p:cNvPr>
            <p:cNvSpPr txBox="1"/>
            <p:nvPr/>
          </p:nvSpPr>
          <p:spPr>
            <a:xfrm>
              <a:off x="5616806" y="1972714"/>
              <a:ext cx="231097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Grouping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8CEDF65-E9E1-F7F7-7666-88EB220CB573}"/>
                </a:ext>
              </a:extLst>
            </p:cNvPr>
            <p:cNvSpPr txBox="1"/>
            <p:nvPr/>
          </p:nvSpPr>
          <p:spPr>
            <a:xfrm>
              <a:off x="9702020" y="1978756"/>
              <a:ext cx="231097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Selection Process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48D56B4-F6AA-044F-FADD-AAADA3E01FAE}"/>
                </a:ext>
              </a:extLst>
            </p:cNvPr>
            <p:cNvSpPr txBox="1"/>
            <p:nvPr/>
          </p:nvSpPr>
          <p:spPr>
            <a:xfrm>
              <a:off x="2062822" y="1978756"/>
              <a:ext cx="2669678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Data Quality (GRADE)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1450969-0BFF-88D0-74CE-5AF6DBDDFDEE}"/>
                </a:ext>
              </a:extLst>
            </p:cNvPr>
            <p:cNvCxnSpPr>
              <a:cxnSpLocks/>
              <a:stCxn id="52" idx="2"/>
              <a:endCxn id="55" idx="0"/>
            </p:cNvCxnSpPr>
            <p:nvPr/>
          </p:nvCxnSpPr>
          <p:spPr>
            <a:xfrm rot="5400000">
              <a:off x="4821645" y="28105"/>
              <a:ext cx="526668" cy="337463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0237506D-E03A-FBA3-6681-DDE2AB41B227}"/>
                </a:ext>
              </a:extLst>
            </p:cNvPr>
            <p:cNvCxnSpPr>
              <a:cxnSpLocks/>
              <a:stCxn id="52" idx="2"/>
              <a:endCxn id="53" idx="0"/>
            </p:cNvCxnSpPr>
            <p:nvPr/>
          </p:nvCxnSpPr>
          <p:spPr>
            <a:xfrm>
              <a:off x="6772296" y="1452088"/>
              <a:ext cx="0" cy="5206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B5B24D10-4BC0-7949-077C-28567B24A4A2}"/>
                </a:ext>
              </a:extLst>
            </p:cNvPr>
            <p:cNvCxnSpPr>
              <a:cxnSpLocks/>
              <a:stCxn id="52" idx="2"/>
              <a:endCxn id="54" idx="0"/>
            </p:cNvCxnSpPr>
            <p:nvPr/>
          </p:nvCxnSpPr>
          <p:spPr>
            <a:xfrm rot="16200000" flipH="1">
              <a:off x="8551569" y="-327185"/>
              <a:ext cx="526668" cy="408521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C04A40A5-F527-DFFF-ED66-2E61712903B4}"/>
                </a:ext>
              </a:extLst>
            </p:cNvPr>
            <p:cNvCxnSpPr>
              <a:cxnSpLocks/>
            </p:cNvCxnSpPr>
            <p:nvPr/>
          </p:nvCxnSpPr>
          <p:spPr>
            <a:xfrm>
              <a:off x="3223858" y="3188595"/>
              <a:ext cx="0" cy="2651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DE7C53A-1AE4-9578-6A8D-C37BB9F8B023}"/>
                </a:ext>
              </a:extLst>
            </p:cNvPr>
            <p:cNvCxnSpPr>
              <a:cxnSpLocks/>
            </p:cNvCxnSpPr>
            <p:nvPr/>
          </p:nvCxnSpPr>
          <p:spPr>
            <a:xfrm>
              <a:off x="3223858" y="3853814"/>
              <a:ext cx="0" cy="2949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11EF87B-1A61-95A4-7E79-347546ECBCD3}"/>
                </a:ext>
              </a:extLst>
            </p:cNvPr>
            <p:cNvCxnSpPr>
              <a:cxnSpLocks/>
              <a:stCxn id="51" idx="2"/>
              <a:endCxn id="52" idx="0"/>
            </p:cNvCxnSpPr>
            <p:nvPr/>
          </p:nvCxnSpPr>
          <p:spPr>
            <a:xfrm>
              <a:off x="6772296" y="710495"/>
              <a:ext cx="0" cy="3414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2">
              <a:extLst>
                <a:ext uri="{FF2B5EF4-FFF2-40B4-BE49-F238E27FC236}">
                  <a16:creationId xmlns:a16="http://schemas.microsoft.com/office/drawing/2014/main" id="{AC582C12-1F69-C35E-709C-2D977191AE62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rot="10800000" flipH="1" flipV="1">
              <a:off x="2062821" y="2178810"/>
              <a:ext cx="17321" cy="2034415"/>
            </a:xfrm>
            <a:prstGeom prst="bentConnector4">
              <a:avLst>
                <a:gd name="adj1" fmla="val -1319785"/>
                <a:gd name="adj2" fmla="val 100577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">
              <a:extLst>
                <a:ext uri="{FF2B5EF4-FFF2-40B4-BE49-F238E27FC236}">
                  <a16:creationId xmlns:a16="http://schemas.microsoft.com/office/drawing/2014/main" id="{7E9A8F17-9FDF-26D8-BA2D-32749DB378E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064229" y="4327543"/>
              <a:ext cx="22264" cy="3274744"/>
            </a:xfrm>
            <a:prstGeom prst="bentConnector4">
              <a:avLst>
                <a:gd name="adj1" fmla="val -1982892"/>
                <a:gd name="adj2" fmla="val 99934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45054492-7E12-E948-6585-2E56A3A5FBA9}"/>
                </a:ext>
              </a:extLst>
            </p:cNvPr>
            <p:cNvCxnSpPr>
              <a:cxnSpLocks/>
              <a:stCxn id="267" idx="1"/>
              <a:endCxn id="4" idx="3"/>
            </p:cNvCxnSpPr>
            <p:nvPr/>
          </p:nvCxnSpPr>
          <p:spPr>
            <a:xfrm flipH="1">
              <a:off x="4591851" y="2979031"/>
              <a:ext cx="272138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598EF688-9B21-DACD-FCCA-6491549D195A}"/>
                </a:ext>
              </a:extLst>
            </p:cNvPr>
            <p:cNvSpPr txBox="1"/>
            <p:nvPr/>
          </p:nvSpPr>
          <p:spPr>
            <a:xfrm>
              <a:off x="7313233" y="2778976"/>
              <a:ext cx="2310979" cy="4001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Gill Sans MT" panose="020B0502020104020203" pitchFamily="34" charset="0"/>
                </a:rPr>
                <a:t>Outcomes</a:t>
              </a:r>
            </a:p>
          </p:txBody>
        </p: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0F695B6C-3C75-6C35-6E43-88DBED78EF51}"/>
                </a:ext>
              </a:extLst>
            </p:cNvPr>
            <p:cNvCxnSpPr>
              <a:cxnSpLocks/>
              <a:stCxn id="267" idx="2"/>
              <a:endCxn id="8" idx="0"/>
            </p:cNvCxnSpPr>
            <p:nvPr/>
          </p:nvCxnSpPr>
          <p:spPr>
            <a:xfrm rot="5400000">
              <a:off x="8142807" y="3505002"/>
              <a:ext cx="651832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CCD7DF64-8AB0-F3D7-A933-6C3B32061833}"/>
                </a:ext>
              </a:extLst>
            </p:cNvPr>
            <p:cNvCxnSpPr>
              <a:cxnSpLocks/>
              <a:stCxn id="53" idx="2"/>
              <a:endCxn id="267" idx="0"/>
            </p:cNvCxnSpPr>
            <p:nvPr/>
          </p:nvCxnSpPr>
          <p:spPr>
            <a:xfrm rot="16200000" flipH="1">
              <a:off x="7417433" y="1727686"/>
              <a:ext cx="406152" cy="1696427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BB0F5FA0-9014-0112-E06D-8FFE2F6BFCAC}"/>
                </a:ext>
              </a:extLst>
            </p:cNvPr>
            <p:cNvCxnSpPr>
              <a:cxnSpLocks/>
              <a:stCxn id="54" idx="2"/>
              <a:endCxn id="267" idx="0"/>
            </p:cNvCxnSpPr>
            <p:nvPr/>
          </p:nvCxnSpPr>
          <p:spPr>
            <a:xfrm rot="5400000">
              <a:off x="9463062" y="1384528"/>
              <a:ext cx="400110" cy="2388787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1FBA94FD-DA1D-DD22-01C7-0C7E3016124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370598" y="6719932"/>
              <a:ext cx="1868415" cy="94949"/>
            </a:xfrm>
            <a:prstGeom prst="bentConnector3">
              <a:avLst>
                <a:gd name="adj1" fmla="val 100299"/>
              </a:avLst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20FCBFD-EF7C-D83B-93C7-E49F8487107E}"/>
                </a:ext>
              </a:extLst>
            </p:cNvPr>
            <p:cNvCxnSpPr>
              <a:cxnSpLocks/>
            </p:cNvCxnSpPr>
            <p:nvPr/>
          </p:nvCxnSpPr>
          <p:spPr>
            <a:xfrm>
              <a:off x="8280400" y="6628708"/>
              <a:ext cx="0" cy="102463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828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10881</TotalTime>
  <Words>72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Gill Sans MT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Demaree, David</dc:creator>
  <cp:lastModifiedBy>Demaree, David</cp:lastModifiedBy>
  <cp:revision>2</cp:revision>
  <cp:lastPrinted>2026-02-20T17:41:11Z</cp:lastPrinted>
  <dcterms:created xsi:type="dcterms:W3CDTF">2023-03-28T15:23:16Z</dcterms:created>
  <dcterms:modified xsi:type="dcterms:W3CDTF">2026-02-26T14:54:25Z</dcterms:modified>
</cp:coreProperties>
</file>